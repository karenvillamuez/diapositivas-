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86e532d09d47c3" /><Relationship Type="http://schemas.openxmlformats.org/officeDocument/2006/relationships/extended-properties" Target="/docProps/app.xml" Id="Rf5a7ce192d4c425a" /><Relationship Type="http://schemas.openxmlformats.org/officeDocument/2006/relationships/officeDocument" Target="/ppt/presentation.xml" Id="R5fa180774071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42a8f80f84a9f"/>
  </p:sldMasterIdLst>
  <p:notesMasterIdLst>
    <p:notesMasterId xmlns:r="http://schemas.openxmlformats.org/officeDocument/2006/relationships" r:id="R7763e934b83240fc"/>
  </p:notesMasterIdLst>
  <p:sldIdLst>
    <p:sldId xmlns:r="http://schemas.openxmlformats.org/officeDocument/2006/relationships" id="256" r:id="R78dfdd058f764727"/>
    <p:sldId xmlns:r="http://schemas.openxmlformats.org/officeDocument/2006/relationships" id="257" r:id="R01ef4dc4f0c4442c"/>
    <p:sldId xmlns:r="http://schemas.openxmlformats.org/officeDocument/2006/relationships" id="258" r:id="R4fca2019a4c8451a"/>
    <p:sldId xmlns:r="http://schemas.openxmlformats.org/officeDocument/2006/relationships" id="259" r:id="R00c0f6bd72af4a56"/>
    <p:sldId xmlns:r="http://schemas.openxmlformats.org/officeDocument/2006/relationships" id="260" r:id="R48dce94fae634f30"/>
    <p:sldId xmlns:r="http://schemas.openxmlformats.org/officeDocument/2006/relationships" id="261" r:id="R5d15a926bf904960"/>
    <p:sldId xmlns:r="http://schemas.openxmlformats.org/officeDocument/2006/relationships" id="262" r:id="Rec1829184be7448b"/>
    <p:sldId xmlns:r="http://schemas.openxmlformats.org/officeDocument/2006/relationships" id="263" r:id="R99880e8dbfc54a09"/>
    <p:sldId xmlns:r="http://schemas.openxmlformats.org/officeDocument/2006/relationships" id="264" r:id="Rb5e988e755ee407a"/>
    <p:sldId xmlns:r="http://schemas.openxmlformats.org/officeDocument/2006/relationships" id="265" r:id="R0f6bd68e3b3548d0"/>
    <p:sldId xmlns:r="http://schemas.openxmlformats.org/officeDocument/2006/relationships" id="266" r:id="Rd3d8a08285c5462b"/>
    <p:sldId xmlns:r="http://schemas.openxmlformats.org/officeDocument/2006/relationships" id="267" r:id="R71130d474a374059"/>
    <p:sldId xmlns:r="http://schemas.openxmlformats.org/officeDocument/2006/relationships" id="268" r:id="Rb526dd81d83544ac"/>
    <p:sldId xmlns:r="http://schemas.openxmlformats.org/officeDocument/2006/relationships" id="269" r:id="R54d6fb4bbb944903"/>
    <p:sldId xmlns:r="http://schemas.openxmlformats.org/officeDocument/2006/relationships" id="270" r:id="Rb02c2c56acf04a14"/>
    <p:sldId xmlns:r="http://schemas.openxmlformats.org/officeDocument/2006/relationships" id="271" r:id="R3ac2bdd6f7ad4210"/>
    <p:sldId xmlns:r="http://schemas.openxmlformats.org/officeDocument/2006/relationships" id="272" r:id="Ra94ba1ccd5eb4a95"/>
    <p:sldId xmlns:r="http://schemas.openxmlformats.org/officeDocument/2006/relationships" id="273" r:id="R1a1d98dfd75d4a49"/>
    <p:sldId xmlns:r="http://schemas.openxmlformats.org/officeDocument/2006/relationships" id="274" r:id="R81e66f17a8634076"/>
    <p:sldId xmlns:r="http://schemas.openxmlformats.org/officeDocument/2006/relationships" id="275" r:id="R97b69709597a44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ebe4d7a374f0b" /><Relationship Type="http://schemas.openxmlformats.org/officeDocument/2006/relationships/slideMaster" Target="/ppt/slideMasters/slideMaster1.xml" Id="R7bf42a8f80f84a9f" /><Relationship Type="http://schemas.openxmlformats.org/officeDocument/2006/relationships/notesMaster" Target="/ppt/notesMasters/notesMaster1.xml" Id="R7763e934b83240fc" /><Relationship Type="http://schemas.openxmlformats.org/officeDocument/2006/relationships/presProps" Target="/ppt/presProps.xml" Id="R1372fb6848494e78" /><Relationship Type="http://schemas.openxmlformats.org/officeDocument/2006/relationships/tableStyles" Target="/ppt/tableStyles.xml" Id="Ra812fd16d5eb43e0" /><Relationship Type="http://schemas.openxmlformats.org/officeDocument/2006/relationships/slide" Target="/ppt/slides/slide1.xml" Id="R78dfdd058f764727" /><Relationship Type="http://schemas.openxmlformats.org/officeDocument/2006/relationships/slide" Target="/ppt/slides/slide2.xml" Id="R01ef4dc4f0c4442c" /><Relationship Type="http://schemas.openxmlformats.org/officeDocument/2006/relationships/slide" Target="/ppt/slides/slide3.xml" Id="R4fca2019a4c8451a" /><Relationship Type="http://schemas.openxmlformats.org/officeDocument/2006/relationships/slide" Target="/ppt/slides/slide4.xml" Id="R00c0f6bd72af4a56" /><Relationship Type="http://schemas.openxmlformats.org/officeDocument/2006/relationships/slide" Target="/ppt/slides/slide5.xml" Id="R48dce94fae634f30" /><Relationship Type="http://schemas.openxmlformats.org/officeDocument/2006/relationships/slide" Target="/ppt/slides/slide6.xml" Id="R5d15a926bf904960" /><Relationship Type="http://schemas.openxmlformats.org/officeDocument/2006/relationships/slide" Target="/ppt/slides/slide7.xml" Id="Rec1829184be7448b" /><Relationship Type="http://schemas.openxmlformats.org/officeDocument/2006/relationships/slide" Target="/ppt/slides/slide8.xml" Id="R99880e8dbfc54a09" /><Relationship Type="http://schemas.openxmlformats.org/officeDocument/2006/relationships/slide" Target="/ppt/slides/slide9.xml" Id="Rb5e988e755ee407a" /><Relationship Type="http://schemas.openxmlformats.org/officeDocument/2006/relationships/slide" Target="/ppt/slides/slide10.xml" Id="R0f6bd68e3b3548d0" /><Relationship Type="http://schemas.openxmlformats.org/officeDocument/2006/relationships/slide" Target="/ppt/slides/slide11.xml" Id="Rd3d8a08285c5462b" /><Relationship Type="http://schemas.openxmlformats.org/officeDocument/2006/relationships/slide" Target="/ppt/slides/slide12.xml" Id="R71130d474a374059" /><Relationship Type="http://schemas.openxmlformats.org/officeDocument/2006/relationships/slide" Target="/ppt/slides/slide13.xml" Id="Rb526dd81d83544ac" /><Relationship Type="http://schemas.openxmlformats.org/officeDocument/2006/relationships/slide" Target="/ppt/slides/slide14.xml" Id="R54d6fb4bbb944903" /><Relationship Type="http://schemas.openxmlformats.org/officeDocument/2006/relationships/slide" Target="/ppt/slides/slide15.xml" Id="Rb02c2c56acf04a14" /><Relationship Type="http://schemas.openxmlformats.org/officeDocument/2006/relationships/slide" Target="/ppt/slides/slide16.xml" Id="R3ac2bdd6f7ad4210" /><Relationship Type="http://schemas.openxmlformats.org/officeDocument/2006/relationships/slide" Target="/ppt/slides/slide17.xml" Id="Ra94ba1ccd5eb4a95" /><Relationship Type="http://schemas.openxmlformats.org/officeDocument/2006/relationships/slide" Target="/ppt/slides/slide18.xml" Id="R1a1d98dfd75d4a49" /><Relationship Type="http://schemas.openxmlformats.org/officeDocument/2006/relationships/slide" Target="/ppt/slides/slide19.xml" Id="R81e66f17a8634076" /><Relationship Type="http://schemas.openxmlformats.org/officeDocument/2006/relationships/slide" Target="/ppt/slides/slide20.xml" Id="R97b69709597a44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796cbb84d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881131075486b" /><Relationship Type="http://schemas.openxmlformats.org/officeDocument/2006/relationships/notesMaster" Target="/ppt/notesMasters/notesMaster1.xml" Id="R3380ad0c927b48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62f9aa8ebc4b36" /><Relationship Type="http://schemas.openxmlformats.org/officeDocument/2006/relationships/notesMaster" Target="/ppt/notesMasters/notesMaster1.xml" Id="Re64757ffb9e24e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89198053df481b" /><Relationship Type="http://schemas.openxmlformats.org/officeDocument/2006/relationships/notesMaster" Target="/ppt/notesMasters/notesMaster1.xml" Id="R35f90daef2f9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ebd07248674184" /><Relationship Type="http://schemas.openxmlformats.org/officeDocument/2006/relationships/notesMaster" Target="/ppt/notesMasters/notesMaster1.xml" Id="Rf619ee60020f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9502a6370e4bf6" /><Relationship Type="http://schemas.openxmlformats.org/officeDocument/2006/relationships/notesMaster" Target="/ppt/notesMasters/notesMaster1.xml" Id="Re396959841ba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f0e5b29fa2446a" /><Relationship Type="http://schemas.openxmlformats.org/officeDocument/2006/relationships/notesMaster" Target="/ppt/notesMasters/notesMaster1.xml" Id="R370221fe2947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3908c91789449e" /><Relationship Type="http://schemas.openxmlformats.org/officeDocument/2006/relationships/notesMaster" Target="/ppt/notesMasters/notesMaster1.xml" Id="Rd7222843627d42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4f352e3972455a" /><Relationship Type="http://schemas.openxmlformats.org/officeDocument/2006/relationships/notesMaster" Target="/ppt/notesMasters/notesMaster1.xml" Id="R2e37cc6cbd0f45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9c4f288ba34bd2" /><Relationship Type="http://schemas.openxmlformats.org/officeDocument/2006/relationships/notesMaster" Target="/ppt/notesMasters/notesMaster1.xml" Id="Rff97559fb40a48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5cf01668854828" /><Relationship Type="http://schemas.openxmlformats.org/officeDocument/2006/relationships/notesMaster" Target="/ppt/notesMasters/notesMaster1.xml" Id="Rf50e57f6183b4b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cfd7a536de4bcf" /><Relationship Type="http://schemas.openxmlformats.org/officeDocument/2006/relationships/notesMaster" Target="/ppt/notesMasters/notesMaster1.xml" Id="R977241fb6cc74a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5b0c1f6c6849f5" /><Relationship Type="http://schemas.openxmlformats.org/officeDocument/2006/relationships/notesMaster" Target="/ppt/notesMasters/notesMaster1.xml" Id="R058e5fe5b5a1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e00a860f4644ee" /><Relationship Type="http://schemas.openxmlformats.org/officeDocument/2006/relationships/notesMaster" Target="/ppt/notesMasters/notesMaster1.xml" Id="R4800665cc33240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cc0fd0514e427a" /><Relationship Type="http://schemas.openxmlformats.org/officeDocument/2006/relationships/notesMaster" Target="/ppt/notesMasters/notesMaster1.xml" Id="Rb4ec731b566b4a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77a97c1f524547" /><Relationship Type="http://schemas.openxmlformats.org/officeDocument/2006/relationships/notesMaster" Target="/ppt/notesMasters/notesMaster1.xml" Id="R584b5b4f51184f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999b6cef784777" /><Relationship Type="http://schemas.openxmlformats.org/officeDocument/2006/relationships/notesMaster" Target="/ppt/notesMasters/notesMaster1.xml" Id="Rde1bdb2199ce43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af673d578748dc" /><Relationship Type="http://schemas.openxmlformats.org/officeDocument/2006/relationships/notesMaster" Target="/ppt/notesMasters/notesMaster1.xml" Id="R16cfdd6c63ec4f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59c6d4ff594f9b" /><Relationship Type="http://schemas.openxmlformats.org/officeDocument/2006/relationships/notesMaster" Target="/ppt/notesMasters/notesMaster1.xml" Id="R89e4275a701347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670f1ca26c4520" /><Relationship Type="http://schemas.openxmlformats.org/officeDocument/2006/relationships/notesMaster" Target="/ppt/notesMasters/notesMaster1.xml" Id="R9e039ae2f064489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a90a3fca9b4bbc" /><Relationship Type="http://schemas.openxmlformats.org/officeDocument/2006/relationships/notesMaster" Target="/ppt/notesMasters/notesMaster1.xml" Id="Re2a8cd5bd9f3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c540c06e44b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a31f00f80495d" /><Relationship Type="http://schemas.openxmlformats.org/officeDocument/2006/relationships/slideLayout" Target="/ppt/slideLayouts/slideLayout1.xml" Id="R94c400a9e4034f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c400a9e403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67a77bace46f8" /><Relationship Type="http://schemas.openxmlformats.org/officeDocument/2006/relationships/image" Target="/ppt/media/image.png" Id="R4f3ea604e83e41a7" /><Relationship Type="http://schemas.openxmlformats.org/officeDocument/2006/relationships/notesSlide" Target="/ppt/notesSlides/notesSlide1.xml" Id="R044d52e77c4642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46b9be7a443a6" /><Relationship Type="http://schemas.openxmlformats.org/officeDocument/2006/relationships/image" Target="/ppt/media/image2.png" Id="R342364a0211d49ab" /><Relationship Type="http://schemas.openxmlformats.org/officeDocument/2006/relationships/notesSlide" Target="/ppt/notesSlides/notesSlide2.xml" Id="Rc3590b72fcd04a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e99db49434f70" /><Relationship Type="http://schemas.openxmlformats.org/officeDocument/2006/relationships/image" Target="/ppt/media/image3.png" Id="Rbdba3f8e128d4c57" /><Relationship Type="http://schemas.openxmlformats.org/officeDocument/2006/relationships/notesSlide" Target="/ppt/notesSlides/notesSlide3.xml" Id="R8c8cb1dc80ea47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8440aad9c4386" /><Relationship Type="http://schemas.openxmlformats.org/officeDocument/2006/relationships/image" Target="/ppt/media/image4.png" Id="Re8bfa57b18c94b8d" /><Relationship Type="http://schemas.openxmlformats.org/officeDocument/2006/relationships/notesSlide" Target="/ppt/notesSlides/notesSlide4.xml" Id="R1f0b50812f4d4b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a2cd7cafb4c70" /><Relationship Type="http://schemas.openxmlformats.org/officeDocument/2006/relationships/image" Target="/ppt/media/image5.png" Id="R818da2b10ede4bf4" /><Relationship Type="http://schemas.openxmlformats.org/officeDocument/2006/relationships/notesSlide" Target="/ppt/notesSlides/notesSlide5.xml" Id="Rcc0dbbb1c7f44a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69c9acdc94c76" /><Relationship Type="http://schemas.openxmlformats.org/officeDocument/2006/relationships/image" Target="/ppt/media/image6.png" Id="R3622636cb11c4add" /><Relationship Type="http://schemas.openxmlformats.org/officeDocument/2006/relationships/notesSlide" Target="/ppt/notesSlides/notesSlide6.xml" Id="R4ecb10f5ba344c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e6e57684c4bf5" /><Relationship Type="http://schemas.openxmlformats.org/officeDocument/2006/relationships/image" Target="/ppt/media/image7.png" Id="R10e4373bdf4c4a59" /><Relationship Type="http://schemas.openxmlformats.org/officeDocument/2006/relationships/notesSlide" Target="/ppt/notesSlides/notesSlide7.xml" Id="Rdcbe9017147b4f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4a129072940a7" /><Relationship Type="http://schemas.openxmlformats.org/officeDocument/2006/relationships/image" Target="/ppt/media/image8.png" Id="R48cee8f99ee44d7f" /><Relationship Type="http://schemas.openxmlformats.org/officeDocument/2006/relationships/notesSlide" Target="/ppt/notesSlides/notesSlide8.xml" Id="Rce578304606244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7492d57947ba" /><Relationship Type="http://schemas.openxmlformats.org/officeDocument/2006/relationships/image" Target="/ppt/media/image9.png" Id="R9c58b432eb58447a" /><Relationship Type="http://schemas.openxmlformats.org/officeDocument/2006/relationships/notesSlide" Target="/ppt/notesSlides/notesSlide9.xml" Id="Ra68cd5d7223d45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ce68aee1441db" /><Relationship Type="http://schemas.openxmlformats.org/officeDocument/2006/relationships/image" Target="/ppt/media/image10.png" Id="R909931d749ba4ef3" /><Relationship Type="http://schemas.openxmlformats.org/officeDocument/2006/relationships/notesSlide" Target="/ppt/notesSlides/notesSlide10.xml" Id="Re45747aad33447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d58d4263140d4" /><Relationship Type="http://schemas.openxmlformats.org/officeDocument/2006/relationships/image" Target="/ppt/media/image11.png" Id="Rce629bd66b9045c0" /><Relationship Type="http://schemas.openxmlformats.org/officeDocument/2006/relationships/notesSlide" Target="/ppt/notesSlides/notesSlide11.xml" Id="Ra39700834ab44f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40154648a49db" /><Relationship Type="http://schemas.openxmlformats.org/officeDocument/2006/relationships/image" Target="/ppt/media/image12.png" Id="R78b365fd58c14abf" /><Relationship Type="http://schemas.openxmlformats.org/officeDocument/2006/relationships/notesSlide" Target="/ppt/notesSlides/notesSlide12.xml" Id="R55ff433273714c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0a5dd7e664d16" /><Relationship Type="http://schemas.openxmlformats.org/officeDocument/2006/relationships/image" Target="/ppt/media/image13.png" Id="Rdf08e9bf57564f4c" /><Relationship Type="http://schemas.openxmlformats.org/officeDocument/2006/relationships/notesSlide" Target="/ppt/notesSlides/notesSlide13.xml" Id="R445737bff5ee48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d533cded8484e" /><Relationship Type="http://schemas.openxmlformats.org/officeDocument/2006/relationships/image" Target="/ppt/media/image14.png" Id="R3e9506cd65ab45f9" /><Relationship Type="http://schemas.openxmlformats.org/officeDocument/2006/relationships/notesSlide" Target="/ppt/notesSlides/notesSlide14.xml" Id="Rf95427da83c841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72782270349aa" /><Relationship Type="http://schemas.openxmlformats.org/officeDocument/2006/relationships/image" Target="/ppt/media/image15.png" Id="R6fe741f5cd334968" /><Relationship Type="http://schemas.openxmlformats.org/officeDocument/2006/relationships/notesSlide" Target="/ppt/notesSlides/notesSlide15.xml" Id="Rcb208302b00442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a22de5c754d28" /><Relationship Type="http://schemas.openxmlformats.org/officeDocument/2006/relationships/image" Target="/ppt/media/image16.png" Id="R66a68e1aa6884c3b" /><Relationship Type="http://schemas.openxmlformats.org/officeDocument/2006/relationships/notesSlide" Target="/ppt/notesSlides/notesSlide16.xml" Id="Rac70d0cbd1c540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d9585379e4c95" /><Relationship Type="http://schemas.openxmlformats.org/officeDocument/2006/relationships/image" Target="/ppt/media/image17.png" Id="R2cf2856e661842f0" /><Relationship Type="http://schemas.openxmlformats.org/officeDocument/2006/relationships/notesSlide" Target="/ppt/notesSlides/notesSlide17.xml" Id="R14841f9eaf6f4c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383ba32c44aaa" /><Relationship Type="http://schemas.openxmlformats.org/officeDocument/2006/relationships/image" Target="/ppt/media/image18.png" Id="R110144499d0b49c9" /><Relationship Type="http://schemas.openxmlformats.org/officeDocument/2006/relationships/notesSlide" Target="/ppt/notesSlides/notesSlide18.xml" Id="Rd0e673455ea74f6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a88d78ffb4d77" /><Relationship Type="http://schemas.openxmlformats.org/officeDocument/2006/relationships/image" Target="/ppt/media/image19.png" Id="R7229932c5b2f4b2c" /><Relationship Type="http://schemas.openxmlformats.org/officeDocument/2006/relationships/notesSlide" Target="/ppt/notesSlides/notesSlide19.xml" Id="R1bef99d8ab1f42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1224a70314f6e" /><Relationship Type="http://schemas.openxmlformats.org/officeDocument/2006/relationships/image" Target="/ppt/media/image20.png" Id="R167535322b0b4fe7" /><Relationship Type="http://schemas.openxmlformats.org/officeDocument/2006/relationships/notesSlide" Target="/ppt/notesSlides/notesSlide20.xml" Id="R7917722e2bd644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ea604e83e41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45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364a0211d49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75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a3f8e128d4c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50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fa57b18c94b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07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da2b10ede4b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92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2636cb11c4a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06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4373bdf4c4a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83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ee8f99ee44d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67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8b432eb5844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71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931d749ba4e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0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29bd66b9045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271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65fd58c14a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501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8e9bf57564f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16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506cd65ab45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14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741f5cd3349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510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68e1aa6884c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996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856e661842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433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144499d0b49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373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9932c5b2f4b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342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535322b0b4f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88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2026-09-25T14:02:43.0140000Z</dcterms:created>
  <dcterms:modified xsi:type="dcterms:W3CDTF">2026-09-25T14:02:43.0150000Z</dcterms:modified>
</coreProperties>
</file>