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d123214f6d4779" /><Relationship Type="http://schemas.openxmlformats.org/officeDocument/2006/relationships/extended-properties" Target="/docProps/app.xml" Id="R4db2360507a84491" /><Relationship Type="http://schemas.openxmlformats.org/officeDocument/2006/relationships/officeDocument" Target="/ppt/presentation.xml" Id="Reb89e3e9bf254d2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6a13971d14477b"/>
  </p:sldMasterIdLst>
  <p:notesMasterIdLst>
    <p:notesMasterId xmlns:r="http://schemas.openxmlformats.org/officeDocument/2006/relationships" r:id="R4fcca4577771485b"/>
  </p:notesMasterIdLst>
  <p:sldIdLst>
    <p:sldId xmlns:r="http://schemas.openxmlformats.org/officeDocument/2006/relationships" id="256" r:id="R8e08e5295e7a4614"/>
    <p:sldId xmlns:r="http://schemas.openxmlformats.org/officeDocument/2006/relationships" id="257" r:id="R7cb976646b0c4599"/>
    <p:sldId xmlns:r="http://schemas.openxmlformats.org/officeDocument/2006/relationships" id="258" r:id="R0e304efadb7b446a"/>
    <p:sldId xmlns:r="http://schemas.openxmlformats.org/officeDocument/2006/relationships" id="259" r:id="Rdf3c949d179b4088"/>
    <p:sldId xmlns:r="http://schemas.openxmlformats.org/officeDocument/2006/relationships" id="260" r:id="R4f976063d86c454a"/>
    <p:sldId xmlns:r="http://schemas.openxmlformats.org/officeDocument/2006/relationships" id="261" r:id="R2142e8f42f184fbc"/>
    <p:sldId xmlns:r="http://schemas.openxmlformats.org/officeDocument/2006/relationships" id="262" r:id="Rd94e24464a164953"/>
    <p:sldId xmlns:r="http://schemas.openxmlformats.org/officeDocument/2006/relationships" id="263" r:id="R94a89d652eb84ea1"/>
    <p:sldId xmlns:r="http://schemas.openxmlformats.org/officeDocument/2006/relationships" id="264" r:id="Re4837bc19c984ca5"/>
    <p:sldId xmlns:r="http://schemas.openxmlformats.org/officeDocument/2006/relationships" id="265" r:id="R0edfb62c21c44a1a"/>
    <p:sldId xmlns:r="http://schemas.openxmlformats.org/officeDocument/2006/relationships" id="266" r:id="R5d1d3eb1dabb4cc1"/>
    <p:sldId xmlns:r="http://schemas.openxmlformats.org/officeDocument/2006/relationships" id="267" r:id="Reb750897c9cc48f2"/>
    <p:sldId xmlns:r="http://schemas.openxmlformats.org/officeDocument/2006/relationships" id="268" r:id="R1d2f211be32843f8"/>
    <p:sldId xmlns:r="http://schemas.openxmlformats.org/officeDocument/2006/relationships" id="269" r:id="Rf4562a54c46d4d33"/>
    <p:sldId xmlns:r="http://schemas.openxmlformats.org/officeDocument/2006/relationships" id="270" r:id="R6f3e9a3e70e74777"/>
    <p:sldId xmlns:r="http://schemas.openxmlformats.org/officeDocument/2006/relationships" id="271" r:id="Re8fff2e8379041b4"/>
    <p:sldId xmlns:r="http://schemas.openxmlformats.org/officeDocument/2006/relationships" id="272" r:id="R7bdcc63ad5a742f2"/>
    <p:sldId xmlns:r="http://schemas.openxmlformats.org/officeDocument/2006/relationships" id="273" r:id="Rd7a495e248c5476b"/>
    <p:sldId xmlns:r="http://schemas.openxmlformats.org/officeDocument/2006/relationships" id="274" r:id="R97e0d03c3dda4ce0"/>
    <p:sldId xmlns:r="http://schemas.openxmlformats.org/officeDocument/2006/relationships" id="275" r:id="Re7a17120d0464e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7b9debe6cf4a69" /><Relationship Type="http://schemas.openxmlformats.org/officeDocument/2006/relationships/slideMaster" Target="/ppt/slideMasters/slideMaster1.xml" Id="R706a13971d14477b" /><Relationship Type="http://schemas.openxmlformats.org/officeDocument/2006/relationships/notesMaster" Target="/ppt/notesMasters/notesMaster1.xml" Id="R4fcca4577771485b" /><Relationship Type="http://schemas.openxmlformats.org/officeDocument/2006/relationships/presProps" Target="/ppt/presProps.xml" Id="R87b80af70b794644" /><Relationship Type="http://schemas.openxmlformats.org/officeDocument/2006/relationships/tableStyles" Target="/ppt/tableStyles.xml" Id="R6758932fdcf94a2a" /><Relationship Type="http://schemas.openxmlformats.org/officeDocument/2006/relationships/slide" Target="/ppt/slides/slide1.xml" Id="R8e08e5295e7a4614" /><Relationship Type="http://schemas.openxmlformats.org/officeDocument/2006/relationships/slide" Target="/ppt/slides/slide2.xml" Id="R7cb976646b0c4599" /><Relationship Type="http://schemas.openxmlformats.org/officeDocument/2006/relationships/slide" Target="/ppt/slides/slide3.xml" Id="R0e304efadb7b446a" /><Relationship Type="http://schemas.openxmlformats.org/officeDocument/2006/relationships/slide" Target="/ppt/slides/slide4.xml" Id="Rdf3c949d179b4088" /><Relationship Type="http://schemas.openxmlformats.org/officeDocument/2006/relationships/slide" Target="/ppt/slides/slide5.xml" Id="R4f976063d86c454a" /><Relationship Type="http://schemas.openxmlformats.org/officeDocument/2006/relationships/slide" Target="/ppt/slides/slide6.xml" Id="R2142e8f42f184fbc" /><Relationship Type="http://schemas.openxmlformats.org/officeDocument/2006/relationships/slide" Target="/ppt/slides/slide7.xml" Id="Rd94e24464a164953" /><Relationship Type="http://schemas.openxmlformats.org/officeDocument/2006/relationships/slide" Target="/ppt/slides/slide8.xml" Id="R94a89d652eb84ea1" /><Relationship Type="http://schemas.openxmlformats.org/officeDocument/2006/relationships/slide" Target="/ppt/slides/slide9.xml" Id="Re4837bc19c984ca5" /><Relationship Type="http://schemas.openxmlformats.org/officeDocument/2006/relationships/slide" Target="/ppt/slides/slide10.xml" Id="R0edfb62c21c44a1a" /><Relationship Type="http://schemas.openxmlformats.org/officeDocument/2006/relationships/slide" Target="/ppt/slides/slide11.xml" Id="R5d1d3eb1dabb4cc1" /><Relationship Type="http://schemas.openxmlformats.org/officeDocument/2006/relationships/slide" Target="/ppt/slides/slide12.xml" Id="Reb750897c9cc48f2" /><Relationship Type="http://schemas.openxmlformats.org/officeDocument/2006/relationships/slide" Target="/ppt/slides/slide13.xml" Id="R1d2f211be32843f8" /><Relationship Type="http://schemas.openxmlformats.org/officeDocument/2006/relationships/slide" Target="/ppt/slides/slide14.xml" Id="Rf4562a54c46d4d33" /><Relationship Type="http://schemas.openxmlformats.org/officeDocument/2006/relationships/slide" Target="/ppt/slides/slide15.xml" Id="R6f3e9a3e70e74777" /><Relationship Type="http://schemas.openxmlformats.org/officeDocument/2006/relationships/slide" Target="/ppt/slides/slide16.xml" Id="Re8fff2e8379041b4" /><Relationship Type="http://schemas.openxmlformats.org/officeDocument/2006/relationships/slide" Target="/ppt/slides/slide17.xml" Id="R7bdcc63ad5a742f2" /><Relationship Type="http://schemas.openxmlformats.org/officeDocument/2006/relationships/slide" Target="/ppt/slides/slide18.xml" Id="Rd7a495e248c5476b" /><Relationship Type="http://schemas.openxmlformats.org/officeDocument/2006/relationships/slide" Target="/ppt/slides/slide19.xml" Id="R97e0d03c3dda4ce0" /><Relationship Type="http://schemas.openxmlformats.org/officeDocument/2006/relationships/slide" Target="/ppt/slides/slide20.xml" Id="Re7a17120d0464e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1f611274714e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7d909a0bfd4261" /><Relationship Type="http://schemas.openxmlformats.org/officeDocument/2006/relationships/notesMaster" Target="/ppt/notesMasters/notesMaster1.xml" Id="Rbce1d2a1f766438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42f774b2de4fc9" /><Relationship Type="http://schemas.openxmlformats.org/officeDocument/2006/relationships/notesMaster" Target="/ppt/notesMasters/notesMaster1.xml" Id="Rfc20ddd5422f4b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da154bf55d435e" /><Relationship Type="http://schemas.openxmlformats.org/officeDocument/2006/relationships/notesMaster" Target="/ppt/notesMasters/notesMaster1.xml" Id="Ra27865740f5a4d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6789ab65554102" /><Relationship Type="http://schemas.openxmlformats.org/officeDocument/2006/relationships/notesMaster" Target="/ppt/notesMasters/notesMaster1.xml" Id="R7ce4d38bf4554e4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5575d38d2be44a1" /><Relationship Type="http://schemas.openxmlformats.org/officeDocument/2006/relationships/notesMaster" Target="/ppt/notesMasters/notesMaster1.xml" Id="R8012f204b265480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15784eef9c4480" /><Relationship Type="http://schemas.openxmlformats.org/officeDocument/2006/relationships/notesMaster" Target="/ppt/notesMasters/notesMaster1.xml" Id="R183598636c6e4f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3a60f328994b3b" /><Relationship Type="http://schemas.openxmlformats.org/officeDocument/2006/relationships/notesMaster" Target="/ppt/notesMasters/notesMaster1.xml" Id="R2527bc5dabaa4f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9fa8ec47f9452d" /><Relationship Type="http://schemas.openxmlformats.org/officeDocument/2006/relationships/notesMaster" Target="/ppt/notesMasters/notesMaster1.xml" Id="Rce87a3d1d5ae40d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acbe29701944ba" /><Relationship Type="http://schemas.openxmlformats.org/officeDocument/2006/relationships/notesMaster" Target="/ppt/notesMasters/notesMaster1.xml" Id="Rc66dfa028dbc47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7b2c9abc3a465a" /><Relationship Type="http://schemas.openxmlformats.org/officeDocument/2006/relationships/notesMaster" Target="/ppt/notesMasters/notesMaster1.xml" Id="R1402b389dd9b4bf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c041008a394631" /><Relationship Type="http://schemas.openxmlformats.org/officeDocument/2006/relationships/notesMaster" Target="/ppt/notesMasters/notesMaster1.xml" Id="R011b17437f2340f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2846edc0505451c" /><Relationship Type="http://schemas.openxmlformats.org/officeDocument/2006/relationships/notesMaster" Target="/ppt/notesMasters/notesMaster1.xml" Id="R3925156e1015447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a85e2ffd89547e8" /><Relationship Type="http://schemas.openxmlformats.org/officeDocument/2006/relationships/notesMaster" Target="/ppt/notesMasters/notesMaster1.xml" Id="Rdba4ac7e218047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799cc2e245f43da" /><Relationship Type="http://schemas.openxmlformats.org/officeDocument/2006/relationships/notesMaster" Target="/ppt/notesMasters/notesMaster1.xml" Id="Ra17d917c4be0440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39ea37ddef4abe" /><Relationship Type="http://schemas.openxmlformats.org/officeDocument/2006/relationships/notesMaster" Target="/ppt/notesMasters/notesMaster1.xml" Id="R9911dc68cf7f434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2411b7e02cb4f82" /><Relationship Type="http://schemas.openxmlformats.org/officeDocument/2006/relationships/notesMaster" Target="/ppt/notesMasters/notesMaster1.xml" Id="Reedc680bd1604b4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b8b2b1fef94497" /><Relationship Type="http://schemas.openxmlformats.org/officeDocument/2006/relationships/notesMaster" Target="/ppt/notesMasters/notesMaster1.xml" Id="Ree64b8d8592348e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dee3ae4fb0e4804" /><Relationship Type="http://schemas.openxmlformats.org/officeDocument/2006/relationships/notesMaster" Target="/ppt/notesMasters/notesMaster1.xml" Id="R2dd5a42c05984c3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1a639d8e49a453b" /><Relationship Type="http://schemas.openxmlformats.org/officeDocument/2006/relationships/notesMaster" Target="/ppt/notesMasters/notesMaster1.xml" Id="R2760587eb4a8469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f57c02408b54c70" /><Relationship Type="http://schemas.openxmlformats.org/officeDocument/2006/relationships/notesMaster" Target="/ppt/notesMasters/notesMaster1.xml" Id="R24b598c3b08049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19.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Copia visual de la diapositiva HTML 20.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9e164336644a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30fec74cf2440b" /><Relationship Type="http://schemas.openxmlformats.org/officeDocument/2006/relationships/slideLayout" Target="/ppt/slideLayouts/slideLayout1.xml" Id="R2ef5ac98755946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f5ac987559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86a03c3d64ef2" /><Relationship Type="http://schemas.openxmlformats.org/officeDocument/2006/relationships/image" Target="/ppt/media/image.png" Id="Rb4d1956af93e42c9" /><Relationship Type="http://schemas.openxmlformats.org/officeDocument/2006/relationships/notesSlide" Target="/ppt/notesSlides/notesSlide1.xml" Id="R9360edf3ef8844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9f375734cd49ec" /><Relationship Type="http://schemas.openxmlformats.org/officeDocument/2006/relationships/image" Target="/ppt/media/image2.png" Id="R564d363772d643ba" /><Relationship Type="http://schemas.openxmlformats.org/officeDocument/2006/relationships/notesSlide" Target="/ppt/notesSlides/notesSlide2.xml" Id="R5fcb8c5673c846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7646c04b24c0c" /><Relationship Type="http://schemas.openxmlformats.org/officeDocument/2006/relationships/image" Target="/ppt/media/image3.png" Id="R3cbb1a6668df4354" /><Relationship Type="http://schemas.openxmlformats.org/officeDocument/2006/relationships/notesSlide" Target="/ppt/notesSlides/notesSlide3.xml" Id="R56ae0ae1afa146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4b4cfd2f34fe1" /><Relationship Type="http://schemas.openxmlformats.org/officeDocument/2006/relationships/image" Target="/ppt/media/image4.png" Id="R704be84ee2b94753" /><Relationship Type="http://schemas.openxmlformats.org/officeDocument/2006/relationships/notesSlide" Target="/ppt/notesSlides/notesSlide4.xml" Id="R4014334b10644aa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772d678254958" /><Relationship Type="http://schemas.openxmlformats.org/officeDocument/2006/relationships/image" Target="/ppt/media/image5.png" Id="R090379a9a7f042fb" /><Relationship Type="http://schemas.openxmlformats.org/officeDocument/2006/relationships/notesSlide" Target="/ppt/notesSlides/notesSlide5.xml" Id="R3adde427dbb047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b0e5f29dae42a2" /><Relationship Type="http://schemas.openxmlformats.org/officeDocument/2006/relationships/image" Target="/ppt/media/image6.png" Id="R172c67d7052645f8" /><Relationship Type="http://schemas.openxmlformats.org/officeDocument/2006/relationships/notesSlide" Target="/ppt/notesSlides/notesSlide6.xml" Id="R71de6705f8d94be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521e13c4aa4ac9" /><Relationship Type="http://schemas.openxmlformats.org/officeDocument/2006/relationships/image" Target="/ppt/media/image7.png" Id="Rf940ba10c4264e89" /><Relationship Type="http://schemas.openxmlformats.org/officeDocument/2006/relationships/notesSlide" Target="/ppt/notesSlides/notesSlide7.xml" Id="R1ba7d7b7e07041f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5c7198f0df4b37" /><Relationship Type="http://schemas.openxmlformats.org/officeDocument/2006/relationships/image" Target="/ppt/media/image8.png" Id="R4b1ca8a6f5294c3d" /><Relationship Type="http://schemas.openxmlformats.org/officeDocument/2006/relationships/notesSlide" Target="/ppt/notesSlides/notesSlide8.xml" Id="R3a11aa1f5c884e6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835882157d4a4b" /><Relationship Type="http://schemas.openxmlformats.org/officeDocument/2006/relationships/image" Target="/ppt/media/image9.png" Id="R0d55754bc7144bc5" /><Relationship Type="http://schemas.openxmlformats.org/officeDocument/2006/relationships/notesSlide" Target="/ppt/notesSlides/notesSlide9.xml" Id="Re5860a8982c047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05aa9d51354173" /><Relationship Type="http://schemas.openxmlformats.org/officeDocument/2006/relationships/image" Target="/ppt/media/image10.png" Id="R4cef3d553aee493c" /><Relationship Type="http://schemas.openxmlformats.org/officeDocument/2006/relationships/notesSlide" Target="/ppt/notesSlides/notesSlide10.xml" Id="R8a6be2be7a8249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81f2d9e49848b8" /><Relationship Type="http://schemas.openxmlformats.org/officeDocument/2006/relationships/image" Target="/ppt/media/image11.png" Id="Rbfd321b1a2694b96" /><Relationship Type="http://schemas.openxmlformats.org/officeDocument/2006/relationships/notesSlide" Target="/ppt/notesSlides/notesSlide11.xml" Id="R8c9ba1b47f5b4a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6273fc17774d3e" /><Relationship Type="http://schemas.openxmlformats.org/officeDocument/2006/relationships/image" Target="/ppt/media/image12.png" Id="R5678705b171b4941" /><Relationship Type="http://schemas.openxmlformats.org/officeDocument/2006/relationships/notesSlide" Target="/ppt/notesSlides/notesSlide12.xml" Id="R3838fc536f704d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861d264d3d41b6" /><Relationship Type="http://schemas.openxmlformats.org/officeDocument/2006/relationships/image" Target="/ppt/media/image13.png" Id="Re40c18751faa44d0" /><Relationship Type="http://schemas.openxmlformats.org/officeDocument/2006/relationships/notesSlide" Target="/ppt/notesSlides/notesSlide13.xml" Id="Rcacafe868a50482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322c861ff4941" /><Relationship Type="http://schemas.openxmlformats.org/officeDocument/2006/relationships/image" Target="/ppt/media/image14.png" Id="R87fbfb003ef84617" /><Relationship Type="http://schemas.openxmlformats.org/officeDocument/2006/relationships/notesSlide" Target="/ppt/notesSlides/notesSlide14.xml" Id="R30b33b8b1c91413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ea77cfc450433a" /><Relationship Type="http://schemas.openxmlformats.org/officeDocument/2006/relationships/image" Target="/ppt/media/image15.png" Id="R818f3e8519d14151" /><Relationship Type="http://schemas.openxmlformats.org/officeDocument/2006/relationships/notesSlide" Target="/ppt/notesSlides/notesSlide15.xml" Id="R3fa429e90ffd45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039920544482a" /><Relationship Type="http://schemas.openxmlformats.org/officeDocument/2006/relationships/image" Target="/ppt/media/image16.png" Id="R959ff8de408147ad" /><Relationship Type="http://schemas.openxmlformats.org/officeDocument/2006/relationships/notesSlide" Target="/ppt/notesSlides/notesSlide16.xml" Id="R96af4ee37a3248f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4b93578e04daf" /><Relationship Type="http://schemas.openxmlformats.org/officeDocument/2006/relationships/image" Target="/ppt/media/image17.png" Id="R54982612362f42cd" /><Relationship Type="http://schemas.openxmlformats.org/officeDocument/2006/relationships/notesSlide" Target="/ppt/notesSlides/notesSlide17.xml" Id="Rd2dd81e60aa04cc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c2e560d0ab4438" /><Relationship Type="http://schemas.openxmlformats.org/officeDocument/2006/relationships/image" Target="/ppt/media/image18.png" Id="Rc8840ac5714d4353" /><Relationship Type="http://schemas.openxmlformats.org/officeDocument/2006/relationships/notesSlide" Target="/ppt/notesSlides/notesSlide18.xml" Id="R05f4c1dec36d4f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fad4d6bc744a5" /><Relationship Type="http://schemas.openxmlformats.org/officeDocument/2006/relationships/image" Target="/ppt/media/image19.png" Id="R87131fda14d9472a" /><Relationship Type="http://schemas.openxmlformats.org/officeDocument/2006/relationships/notesSlide" Target="/ppt/notesSlides/notesSlide19.xml" Id="R4809720054e54f9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524a19eb59408e" /><Relationship Type="http://schemas.openxmlformats.org/officeDocument/2006/relationships/image" Target="/ppt/media/image20.png" Id="Rb627d21cd7984880" /><Relationship Type="http://schemas.openxmlformats.org/officeDocument/2006/relationships/notesSlide" Target="/ppt/notesSlides/notesSlide20.xml" Id="Rf78f4f5e5db941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1956af93e42c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82803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4d363772d643b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4656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bb1a6668df435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14707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be84ee2b947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4380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379a9a7f042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15090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2c67d7052645f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507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0ba10c4264e8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2943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ca8a6f5294c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2556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55754bc7144bc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895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f3d553aee49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7407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d321b1a2694b9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1995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8705b171b494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0069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c18751faa44d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7696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fbfb003ef8461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1038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8f3e8519d1415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51405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9ff8de408147a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2149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982612362f42c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101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840ac5714d43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7557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131fda14d9472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7110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7d21cd79848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4316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2026-09-25T14:09:28.1800000Z</dcterms:created>
  <dcterms:modified xsi:type="dcterms:W3CDTF">2026-09-25T14:09:28.1800000Z</dcterms:modified>
</coreProperties>
</file>