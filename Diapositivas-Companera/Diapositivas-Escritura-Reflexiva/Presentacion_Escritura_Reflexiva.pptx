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2577c53d7141e6" /><Relationship Type="http://schemas.openxmlformats.org/officeDocument/2006/relationships/extended-properties" Target="/docProps/app.xml" Id="R301b9b2aa1be42b0" /><Relationship Type="http://schemas.openxmlformats.org/officeDocument/2006/relationships/officeDocument" Target="/ppt/presentation.xml" Id="Rf79ae6b2a8514148" /></Relationships>
</file>

<file path=ppt/presentation.xml><?xml version="1.0" encoding="utf-8"?>
<p:presentation xmlns:p="http://schemas.openxmlformats.org/presentationml/2006/main">
  <p:sldMasterIdLst>
    <p:sldMasterId xmlns:r="http://schemas.openxmlformats.org/officeDocument/2006/relationships" id="2147483648" r:id="R7d27817d7911453e"/>
  </p:sldMasterIdLst>
  <p:notesMasterIdLst>
    <p:notesMasterId xmlns:r="http://schemas.openxmlformats.org/officeDocument/2006/relationships" r:id="Rcc2b99f3a03c4d7b"/>
  </p:notesMasterIdLst>
  <p:sldIdLst>
    <p:sldId xmlns:r="http://schemas.openxmlformats.org/officeDocument/2006/relationships" id="256" r:id="R3e08661beb094860"/>
    <p:sldId xmlns:r="http://schemas.openxmlformats.org/officeDocument/2006/relationships" id="257" r:id="R83877c5a372e437a"/>
    <p:sldId xmlns:r="http://schemas.openxmlformats.org/officeDocument/2006/relationships" id="258" r:id="R0cfb21c8db884915"/>
    <p:sldId xmlns:r="http://schemas.openxmlformats.org/officeDocument/2006/relationships" id="259" r:id="Ref9a7664256c4867"/>
    <p:sldId xmlns:r="http://schemas.openxmlformats.org/officeDocument/2006/relationships" id="260" r:id="R74ca93b353d94e6a"/>
    <p:sldId xmlns:r="http://schemas.openxmlformats.org/officeDocument/2006/relationships" id="261" r:id="Re9265c2494d74125"/>
    <p:sldId xmlns:r="http://schemas.openxmlformats.org/officeDocument/2006/relationships" id="262" r:id="Rc68623cd262648ae"/>
    <p:sldId xmlns:r="http://schemas.openxmlformats.org/officeDocument/2006/relationships" id="263" r:id="R546ec81a21364dfc"/>
    <p:sldId xmlns:r="http://schemas.openxmlformats.org/officeDocument/2006/relationships" id="264" r:id="Rd45319c580d04e9b"/>
    <p:sldId xmlns:r="http://schemas.openxmlformats.org/officeDocument/2006/relationships" id="265" r:id="R43396bb4a3284dfc"/>
    <p:sldId xmlns:r="http://schemas.openxmlformats.org/officeDocument/2006/relationships" id="266" r:id="R0f40574a044a4fc3"/>
    <p:sldId xmlns:r="http://schemas.openxmlformats.org/officeDocument/2006/relationships" id="267" r:id="Rabc7a247658c401d"/>
    <p:sldId xmlns:r="http://schemas.openxmlformats.org/officeDocument/2006/relationships" id="268" r:id="Ra6587d3630f8491c"/>
    <p:sldId xmlns:r="http://schemas.openxmlformats.org/officeDocument/2006/relationships" id="269" r:id="Rfb44468ba7164e3b"/>
    <p:sldId xmlns:r="http://schemas.openxmlformats.org/officeDocument/2006/relationships" id="270" r:id="Rd4c2be4cf75846a6"/>
    <p:sldId xmlns:r="http://schemas.openxmlformats.org/officeDocument/2006/relationships" id="271" r:id="R1714e4a5a1bf4e92"/>
    <p:sldId xmlns:r="http://schemas.openxmlformats.org/officeDocument/2006/relationships" id="272" r:id="R6e1c4c7d4d55478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913beee8df4cbb" /><Relationship Type="http://schemas.openxmlformats.org/officeDocument/2006/relationships/slideMaster" Target="/ppt/slideMasters/slideMaster1.xml" Id="R7d27817d7911453e" /><Relationship Type="http://schemas.openxmlformats.org/officeDocument/2006/relationships/notesMaster" Target="/ppt/notesMasters/notesMaster1.xml" Id="Rcc2b99f3a03c4d7b" /><Relationship Type="http://schemas.openxmlformats.org/officeDocument/2006/relationships/presProps" Target="/ppt/presProps.xml" Id="R2d3eff3472ca402d" /><Relationship Type="http://schemas.openxmlformats.org/officeDocument/2006/relationships/tableStyles" Target="/ppt/tableStyles.xml" Id="Re8a6e376981a4051" /><Relationship Type="http://schemas.openxmlformats.org/officeDocument/2006/relationships/slide" Target="/ppt/slides/slide1.xml" Id="R3e08661beb094860" /><Relationship Type="http://schemas.openxmlformats.org/officeDocument/2006/relationships/slide" Target="/ppt/slides/slide2.xml" Id="R83877c5a372e437a" /><Relationship Type="http://schemas.openxmlformats.org/officeDocument/2006/relationships/slide" Target="/ppt/slides/slide3.xml" Id="R0cfb21c8db884915" /><Relationship Type="http://schemas.openxmlformats.org/officeDocument/2006/relationships/slide" Target="/ppt/slides/slide4.xml" Id="Ref9a7664256c4867" /><Relationship Type="http://schemas.openxmlformats.org/officeDocument/2006/relationships/slide" Target="/ppt/slides/slide5.xml" Id="R74ca93b353d94e6a" /><Relationship Type="http://schemas.openxmlformats.org/officeDocument/2006/relationships/slide" Target="/ppt/slides/slide6.xml" Id="Re9265c2494d74125" /><Relationship Type="http://schemas.openxmlformats.org/officeDocument/2006/relationships/slide" Target="/ppt/slides/slide7.xml" Id="Rc68623cd262648ae" /><Relationship Type="http://schemas.openxmlformats.org/officeDocument/2006/relationships/slide" Target="/ppt/slides/slide8.xml" Id="R546ec81a21364dfc" /><Relationship Type="http://schemas.openxmlformats.org/officeDocument/2006/relationships/slide" Target="/ppt/slides/slide9.xml" Id="Rd45319c580d04e9b" /><Relationship Type="http://schemas.openxmlformats.org/officeDocument/2006/relationships/slide" Target="/ppt/slides/slide10.xml" Id="R43396bb4a3284dfc" /><Relationship Type="http://schemas.openxmlformats.org/officeDocument/2006/relationships/slide" Target="/ppt/slides/slide11.xml" Id="R0f40574a044a4fc3" /><Relationship Type="http://schemas.openxmlformats.org/officeDocument/2006/relationships/slide" Target="/ppt/slides/slide12.xml" Id="Rabc7a247658c401d" /><Relationship Type="http://schemas.openxmlformats.org/officeDocument/2006/relationships/slide" Target="/ppt/slides/slide13.xml" Id="Ra6587d3630f8491c" /><Relationship Type="http://schemas.openxmlformats.org/officeDocument/2006/relationships/slide" Target="/ppt/slides/slide14.xml" Id="Rfb44468ba7164e3b" /><Relationship Type="http://schemas.openxmlformats.org/officeDocument/2006/relationships/slide" Target="/ppt/slides/slide15.xml" Id="Rd4c2be4cf75846a6" /><Relationship Type="http://schemas.openxmlformats.org/officeDocument/2006/relationships/slide" Target="/ppt/slides/slide16.xml" Id="R1714e4a5a1bf4e92" /><Relationship Type="http://schemas.openxmlformats.org/officeDocument/2006/relationships/slide" Target="/ppt/slides/slide17.xml" Id="R6e1c4c7d4d5547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c9c76dcbad43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8396d3d4444764" /><Relationship Type="http://schemas.openxmlformats.org/officeDocument/2006/relationships/notesMaster" Target="/ppt/notesMasters/notesMaster1.xml" Id="Rc327c32004e844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5147fb69ad43e7" /><Relationship Type="http://schemas.openxmlformats.org/officeDocument/2006/relationships/notesMaster" Target="/ppt/notesMasters/notesMaster1.xml" Id="R2dffff7d5dbb4f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9fda7d213b4820" /><Relationship Type="http://schemas.openxmlformats.org/officeDocument/2006/relationships/notesMaster" Target="/ppt/notesMasters/notesMaster1.xml" Id="Refc5868a2e3745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0401d8bdec4414" /><Relationship Type="http://schemas.openxmlformats.org/officeDocument/2006/relationships/notesMaster" Target="/ppt/notesMasters/notesMaster1.xml" Id="Rb10f3bb5b7704a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0d37dc26064012" /><Relationship Type="http://schemas.openxmlformats.org/officeDocument/2006/relationships/notesMaster" Target="/ppt/notesMasters/notesMaster1.xml" Id="Rfe5c14242b9a4a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751cb7e70646cc" /><Relationship Type="http://schemas.openxmlformats.org/officeDocument/2006/relationships/notesMaster" Target="/ppt/notesMasters/notesMaster1.xml" Id="Rfdaf23b044e249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c128c59f7e4786" /><Relationship Type="http://schemas.openxmlformats.org/officeDocument/2006/relationships/notesMaster" Target="/ppt/notesMasters/notesMaster1.xml" Id="R5ab1c8bcd90e4e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e872df4dd64ba9" /><Relationship Type="http://schemas.openxmlformats.org/officeDocument/2006/relationships/notesMaster" Target="/ppt/notesMasters/notesMaster1.xml" Id="R0fae724fb81042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e92336885f4a6e" /><Relationship Type="http://schemas.openxmlformats.org/officeDocument/2006/relationships/notesMaster" Target="/ppt/notesMasters/notesMaster1.xml" Id="Rf3f77eb7a9db49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4f087a8d954fb7" /><Relationship Type="http://schemas.openxmlformats.org/officeDocument/2006/relationships/notesMaster" Target="/ppt/notesMasters/notesMaster1.xml" Id="R8a639dd4516149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ea1913cdad4099" /><Relationship Type="http://schemas.openxmlformats.org/officeDocument/2006/relationships/notesMaster" Target="/ppt/notesMasters/notesMaster1.xml" Id="Re55bc643073241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800d928fa2404c" /><Relationship Type="http://schemas.openxmlformats.org/officeDocument/2006/relationships/notesMaster" Target="/ppt/notesMasters/notesMaster1.xml" Id="R9b620d14c91242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7b93a1f08b4572" /><Relationship Type="http://schemas.openxmlformats.org/officeDocument/2006/relationships/notesMaster" Target="/ppt/notesMasters/notesMaster1.xml" Id="Rddb9182f04d444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ff072954b84560" /><Relationship Type="http://schemas.openxmlformats.org/officeDocument/2006/relationships/notesMaster" Target="/ppt/notesMasters/notesMaster1.xml" Id="R999d44bac3d94c1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96198aa8d244ae" /><Relationship Type="http://schemas.openxmlformats.org/officeDocument/2006/relationships/notesMaster" Target="/ppt/notesMasters/notesMaster1.xml" Id="Rb4271eb412ab4a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f07234c810487e" /><Relationship Type="http://schemas.openxmlformats.org/officeDocument/2006/relationships/notesMaster" Target="/ppt/notesMasters/notesMaster1.xml" Id="R899d9539f9ad4a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482b20449d4c2a" /><Relationship Type="http://schemas.openxmlformats.org/officeDocument/2006/relationships/notesMaster" Target="/ppt/notesMasters/notesMaster1.xml" Id="R8675997fa7f743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“Hoy la IA puede redactar en segundos. La pregunta es qué pasa con el pensamiento del autor cuando delega la escritura. Esta investigación explora otra posibilidad: acompañar sin sustituir.”</a:t>
            </a:r>
          </a:p>
          <a:p xmlns:a="http://schemas.openxmlformats.org/drawingml/2006/main">
            <a:r>
              <a:t>Fuente: título y planteamiento del artículo suministrado.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Instalar la tensión sin presentar la tecnología como el problema en sí. La preocupación del artículo es la delegación sostenida del pensamiento. Referencias citadas en el artículo: [9], [13], [14],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Transición al método: “Para responderla, diseñamos una guía que pregunta a partir de las palabras del autor y revisamos si sus reglas se sostienen en distintos recorridos de escritura.” Fuente: resumen e introducción del artículo.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DBR adaptada del artículo se organiza en tres fases: revisión del problema y condiciones de diseño; traducción de principios a modelo y pautas; comprobación de coherencia interna mediante simulaciones. Fuente: sección 2 del artículo.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comparación de seis marcos teóricos llevó a seleccionar Flower y Hayes por la estructura cíclica de la escritura y Schön por su reflexión en la acción. La figura 1 del artículo sintetiza el contraste. Fuente: sección 2.1.1 y figura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cuatro principios aparecen en la sección 2.1.2 del artículo. Explicarlos como criterios de diseño, no como resultados empíricos.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guía se creó en Markdown para que pueda interpretarla un agente conversacional. Sus preguntas se basan exclusivamente en los aportes del usuario; no redacta ni corrige. Fuente: sección 3.4 del artículo.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legible de la figura 2: el recorrido de P1 a P8 no es lineal; la duda puede llevar a planificar y la comparación entre intención y texto puede abrir una vuelta recursiva. Fuente: figura 2 y sección 3.2 del artículo.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 la figura 3. I1 e I2 apoyan generación y organización de ideas; I3 e I4 aparecen en las etapas de revisión y reflexión. El artículo señala que el autor permanece en el centro tomando las decisiones. Fuente: figura 3 y sección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Resumen de las condiciones de transición de la tabla 1 del artículo. La columna de observaciones se omitió para priorizar legibilidad; no se evalúa la calidad de las ideas y las agrupaciones pueden revisarse. Fuente: tabla 1 y sección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figura 4 representa el diagrama de actividades del agente. Esta diapositiva es una síntesis, no una reproducción completa del diagrama. El artículo afirma que el flujo puede ejecutarse en sistemas de chat con memoria de contexto. Fuente: figura 4 y sección 3.5.1.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guía Markdown se cargó en un agente conversacional en DeepSeek. Se simularon perfiles novato, competente y experto para observar la consistencia de las reglas, sin recoger datos de escritores reales. Fuente: sección 3.5.2 y figura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Hallazgo principal reportado por el artículo: las simulaciones conservaron consistencia interna, se adaptaron al vocabulario y punto de partida, mantuvieron la regla de no redactar ni calificar y respetaron la decisión de cierre. No inferir eficacia con personas. Fuente: resumen, sección 3.5.2 y conclusión.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Responder a la pregunta inicial y enfatizar que se trata de la conclusión del modelo conceptual y su verificación de coherencia, no de evidencia de mejora en escritores reales. Fuente: sección 4 del artículo.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Aporte y limitación expresos de la conclusión del artículo. Evitar afirmar que el modelo ya fortaleció autonomía o mejoró la escritura; eso requiere evaluación posterior con personas. Fuente: sección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artículo propone consultar especialistas y realizar experiencias auténticas de redacción. El contexto también sugiere probar otros entornos y un procedimiento independiente de la tecnología evaluada. Presentar esto como agenda futura, no como trabajo ya realizado. Fuente: sección 4 y contexto proporcionado.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“Acompañar sin reemplazar: eso es lo que queda por validar con personas reales. Porque el texto siempre debe ser del autor, incluso cuando la IA ayuda a pensarlo.” Autoría y afiliación proporcionadas por la usuaria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1fd6b2d90045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cf228f67f04bc5" /><Relationship Type="http://schemas.openxmlformats.org/officeDocument/2006/relationships/slideLayout" Target="/ppt/slideLayouts/slideLayout1.xml" Id="R0c14a8bc147144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14a8bc147144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ade95bce7b473c" /><Relationship Type="http://schemas.openxmlformats.org/officeDocument/2006/relationships/image" Target="/ppt/media/image.png" Id="Recdfbeaffefb4932" /><Relationship Type="http://schemas.openxmlformats.org/officeDocument/2006/relationships/image" Target="/ppt/media/image2.png" Id="R7a02acd9a6ea41aa" /><Relationship Type="http://schemas.openxmlformats.org/officeDocument/2006/relationships/image" Target="/ppt/media/image3.png" Id="R8ee3a40d92f645b7" /><Relationship Type="http://schemas.openxmlformats.org/officeDocument/2006/relationships/image" Target="/ppt/media/image4.png" Id="Re0c128469fdf4ddd" /><Relationship Type="http://schemas.openxmlformats.org/officeDocument/2006/relationships/image" Target="/ppt/media/image5.png" Id="Re1bed1329b6141cc" /><Relationship Type="http://schemas.openxmlformats.org/officeDocument/2006/relationships/notesSlide" Target="/ppt/notesSlides/notesSlide1.xml" Id="R3cf6c081c25746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98dfeff1034ed7" /><Relationship Type="http://schemas.openxmlformats.org/officeDocument/2006/relationships/image" Target="/ppt/media/image6.png" Id="R048842c1c129448c" /><Relationship Type="http://schemas.openxmlformats.org/officeDocument/2006/relationships/notesSlide" Target="/ppt/notesSlides/notesSlide2.xml" Id="Ra9ec1125d5c742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85ddfa1d2743dc" /><Relationship Type="http://schemas.openxmlformats.org/officeDocument/2006/relationships/image" Target="/ppt/media/image7.png" Id="R0b886327c8fe418e" /><Relationship Type="http://schemas.openxmlformats.org/officeDocument/2006/relationships/notesSlide" Target="/ppt/notesSlides/notesSlide3.xml" Id="R4101f9e3c84840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e00792cb0f4aef" /><Relationship Type="http://schemas.openxmlformats.org/officeDocument/2006/relationships/image" Target="/ppt/media/image8.png" Id="R3964fe8ec22b4a77" /><Relationship Type="http://schemas.openxmlformats.org/officeDocument/2006/relationships/notesSlide" Target="/ppt/notesSlides/notesSlide4.xml" Id="R03c2559ef7cd45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3aace7b3664b27" /><Relationship Type="http://schemas.openxmlformats.org/officeDocument/2006/relationships/image" Target="/ppt/media/image9.png" Id="Rcf805706d1fa4edc" /><Relationship Type="http://schemas.openxmlformats.org/officeDocument/2006/relationships/notesSlide" Target="/ppt/notesSlides/notesSlide5.xml" Id="Rf210eabadbe642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66a7f41faf454a" /><Relationship Type="http://schemas.openxmlformats.org/officeDocument/2006/relationships/image" Target="/ppt/media/image10.png" Id="Rb36256a2448a4240" /><Relationship Type="http://schemas.openxmlformats.org/officeDocument/2006/relationships/notesSlide" Target="/ppt/notesSlides/notesSlide6.xml" Id="Ra0a629b1bf6041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f55f8079cb43d1" /><Relationship Type="http://schemas.openxmlformats.org/officeDocument/2006/relationships/image" Target="/ppt/media/image11.png" Id="R3d75f908226d4f93" /><Relationship Type="http://schemas.openxmlformats.org/officeDocument/2006/relationships/notesSlide" Target="/ppt/notesSlides/notesSlide7.xml" Id="Ree5ce8fc1ff64d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26f282a6c44c39" /><Relationship Type="http://schemas.openxmlformats.org/officeDocument/2006/relationships/image" Target="/ppt/media/image12.png" Id="R0071533f230b4725" /><Relationship Type="http://schemas.openxmlformats.org/officeDocument/2006/relationships/notesSlide" Target="/ppt/notesSlides/notesSlide8.xml" Id="Rf9c030a88e6e4c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09d71549304695" /><Relationship Type="http://schemas.openxmlformats.org/officeDocument/2006/relationships/image" Target="/ppt/media/image13.png" Id="R2f0e1428ca934ccc" /><Relationship Type="http://schemas.openxmlformats.org/officeDocument/2006/relationships/notesSlide" Target="/ppt/notesSlides/notesSlide9.xml" Id="R923f4c1bfbca43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0651bf9b584ef8" /><Relationship Type="http://schemas.openxmlformats.org/officeDocument/2006/relationships/image" Target="/ppt/media/image14.png" Id="Rfefa64c086764b46" /><Relationship Type="http://schemas.openxmlformats.org/officeDocument/2006/relationships/notesSlide" Target="/ppt/notesSlides/notesSlide10.xml" Id="R37d5ca2205b346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86215fe0f14507" /><Relationship Type="http://schemas.openxmlformats.org/officeDocument/2006/relationships/image" Target="/ppt/media/image15.png" Id="Rba672a87cf6b4217" /><Relationship Type="http://schemas.openxmlformats.org/officeDocument/2006/relationships/notesSlide" Target="/ppt/notesSlides/notesSlide11.xml" Id="Rc91f2571f37047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0b76a07ee949cf" /><Relationship Type="http://schemas.openxmlformats.org/officeDocument/2006/relationships/image" Target="/ppt/media/image16.png" Id="R95677450f08a47c9" /><Relationship Type="http://schemas.openxmlformats.org/officeDocument/2006/relationships/notesSlide" Target="/ppt/notesSlides/notesSlide12.xml" Id="Ra6f54e792674491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4be327e8c24711" /><Relationship Type="http://schemas.openxmlformats.org/officeDocument/2006/relationships/image" Target="/ppt/media/image17.png" Id="R066ad8263a464bd0" /><Relationship Type="http://schemas.openxmlformats.org/officeDocument/2006/relationships/notesSlide" Target="/ppt/notesSlides/notesSlide13.xml" Id="R106783354f744e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990e52c22e46cf" /><Relationship Type="http://schemas.openxmlformats.org/officeDocument/2006/relationships/image" Target="/ppt/media/image18.png" Id="R15127eb9c6fa41f7" /><Relationship Type="http://schemas.openxmlformats.org/officeDocument/2006/relationships/notesSlide" Target="/ppt/notesSlides/notesSlide14.xml" Id="R2daa9e0cfff94d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24dcc7308b8400a" /><Relationship Type="http://schemas.openxmlformats.org/officeDocument/2006/relationships/image" Target="/ppt/media/image19.png" Id="R5d4ab55910a64e62" /><Relationship Type="http://schemas.openxmlformats.org/officeDocument/2006/relationships/notesSlide" Target="/ppt/notesSlides/notesSlide15.xml" Id="Rb69c3fc173fd4d4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62ebbc511064aa8" /><Relationship Type="http://schemas.openxmlformats.org/officeDocument/2006/relationships/image" Target="/ppt/media/image20.png" Id="R8631a6231fbe4db5" /><Relationship Type="http://schemas.openxmlformats.org/officeDocument/2006/relationships/notesSlide" Target="/ppt/notesSlides/notesSlide16.xml" Id="R63a45a9c90434d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2299b67d9cf47f6" /><Relationship Type="http://schemas.openxmlformats.org/officeDocument/2006/relationships/image" Target="/ppt/media/image21.png" Id="Re848cc3598c14893" /><Relationship Type="http://schemas.openxmlformats.org/officeDocument/2006/relationships/image" Target="/ppt/media/image22.png" Id="Rc91b5b4d5c154e95" /><Relationship Type="http://schemas.openxmlformats.org/officeDocument/2006/relationships/image" Target="/ppt/media/image23.png" Id="R6dd45bbcd5b34263" /><Relationship Type="http://schemas.openxmlformats.org/officeDocument/2006/relationships/image" Target="/ppt/media/image24.png" Id="Rd55fbfb8dec74720" /><Relationship Type="http://schemas.openxmlformats.org/officeDocument/2006/relationships/notesSlide" Target="/ppt/notesSlides/notesSlide17.xml" Id="R7656d37bbfed4b5c" /></Relationships>
</file>

<file path=ppt/slides/slide1.xml><?xml version="1.0" encoding="utf-8"?>
<p:sld xmlns:p="http://schemas.openxmlformats.org/presentationml/2006/main">
  <p:cSld>
    <p:bg>
      <p:bgPr>
        <a:solidFill xmlns:a="http://schemas.openxmlformats.org/drawingml/2006/main">
          <a:srgbClr val="32060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cdfbeaffefb4932"/>
          <a:stretch xmlns:a="http://schemas.openxmlformats.org/drawingml/2006/main"/>
        </p:blipFill>
        <p:spPr>
          <a:xfrm xmlns:a="http://schemas.openxmlformats.org/drawingml/2006/main">
            <a:off x="1099152" y="647700"/>
            <a:ext cx="1849821" cy="8382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49C3C3-5B3E-4ABD-BEF4-3BC689D64474}"/>
              </a:ext>
            </a:extLst>
          </p:cNvPr>
          <p:cNvSpPr>
            <a:spLocks xmlns:a="http://schemas.openxmlformats.org/drawingml/2006/main" noGrp="1"/>
          </p:cNvSpPr>
          <p:nvPr/>
        </p:nvSpPr>
        <p:spPr>
          <a:xfrm xmlns:a="http://schemas.openxmlformats.org/drawingml/2006/main">
            <a:off x="3219450" y="714375"/>
            <a:ext cx="0" cy="790575"/>
          </a:xfrm>
          <a:prstGeom xmlns:a="http://schemas.openxmlformats.org/drawingml/2006/main" prst="line">
            <a:avLst/>
          </a:prstGeom>
          <a:noFill xmlns:a="http://schemas.openxmlformats.org/drawingml/2006/main"/>
          <a:ln xmlns:a="http://schemas.openxmlformats.org/drawingml/2006/main" w="19050">
            <a:solidFill>
              <a:srgbClr val="8B7376"/>
            </a:solidFill>
            <a:prstDash val="solid"/>
          </a:ln>
        </p:spPr>
      </p:sp>
      <p:sp>
        <p:nvSpPr>
          <p:cNvPr id="3" name="">
            <a:extLst xmlns:a="http://schemas.openxmlformats.org/drawingml/2006/main">
              <a:ext uri="{FF2B5EF4-FFF2-40B4-BE49-F238E27FC236}">
                <a16:creationId xmlns:a16="http://schemas.microsoft.com/office/drawing/2014/main" id="{CBB17268-C441-4C53-856F-9F0C3A691B7F}"/>
              </a:ext>
            </a:extLst>
          </p:cNvPr>
          <p:cNvSpPr>
            <a:spLocks xmlns:a="http://schemas.openxmlformats.org/drawingml/2006/main" noGrp="1"/>
          </p:cNvSpPr>
          <p:nvPr/>
        </p:nvSpPr>
        <p:spPr>
          <a:xfrm xmlns:a="http://schemas.openxmlformats.org/drawingml/2006/main">
            <a:off x="3476625" y="7048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VI Congreso Internacional de</a:t>
            </a:r>
          </a:p>
          <a:p xmlns:a="http://schemas.openxmlformats.org/drawingml/2006/main">
            <a:pPr algn="l">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Investigación Interdisciplinar</a:t>
            </a:r>
          </a:p>
        </p:txBody>
      </p:sp>
      <p:sp>
        <p:nvSpPr>
          <p:cNvPr id="4" name="">
            <a:extLst xmlns:a="http://schemas.openxmlformats.org/drawingml/2006/main">
              <a:ext uri="{FF2B5EF4-FFF2-40B4-BE49-F238E27FC236}">
                <a16:creationId xmlns:a16="http://schemas.microsoft.com/office/drawing/2014/main" id="{C1E4F71E-23A7-4BF4-AEE2-0E07BECEA9DA}"/>
              </a:ext>
            </a:extLst>
          </p:cNvPr>
          <p:cNvSpPr>
            <a:spLocks xmlns:a="http://schemas.openxmlformats.org/drawingml/2006/main" noGrp="1"/>
          </p:cNvSpPr>
          <p:nvPr/>
        </p:nvSpPr>
        <p:spPr>
          <a:xfrm xmlns:a="http://schemas.openxmlformats.org/drawingml/2006/main">
            <a:off x="3476625" y="152400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F5C21B"/>
                </a:solidFill>
                <a:latin typeface="Courier New"/>
                <a:ea typeface="Courier New"/>
                <a:cs typeface="Courier New"/>
              </a:defRPr>
            </a:pPr>
            <a:r>
              <a:rPr sz="1575" b="1">
                <a:solidFill>
                  <a:srgbClr val="F5C21B"/>
                </a:solidFill>
                <a:latin typeface="Courier New"/>
                <a:ea typeface="Courier New"/>
                <a:cs typeface="Courier New"/>
              </a:rPr>
              <a:t>CARTAGENA DE INDIAS · 28–30 OCTUBRE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a02acd9a6ea41aa"/>
          <a:stretch xmlns:a="http://schemas.openxmlformats.org/drawingml/2006/main"/>
        </p:blipFill>
        <p:spPr>
          <a:xfrm xmlns:a="http://schemas.openxmlformats.org/drawingml/2006/main">
            <a:off x="13811250" y="3272619"/>
            <a:ext cx="3429000" cy="450376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37040DB-CBEB-469D-8987-63519CACFF66}"/>
              </a:ext>
            </a:extLst>
          </p:cNvPr>
          <p:cNvSpPr>
            <a:spLocks xmlns:a="http://schemas.openxmlformats.org/drawingml/2006/main" noGrp="1"/>
          </p:cNvSpPr>
          <p:nvPr/>
        </p:nvSpPr>
        <p:spPr>
          <a:xfrm xmlns:a="http://schemas.openxmlformats.org/drawingml/2006/main">
            <a:off x="1047750" y="2781300"/>
            <a:ext cx="495300" cy="5715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A1091FB-A691-4AC0-ACC2-A99E3648B815}"/>
              </a:ext>
            </a:extLst>
          </p:cNvPr>
          <p:cNvSpPr>
            <a:spLocks xmlns:a="http://schemas.openxmlformats.org/drawingml/2006/main" noGrp="1"/>
          </p:cNvSpPr>
          <p:nvPr/>
        </p:nvSpPr>
        <p:spPr>
          <a:xfrm xmlns:a="http://schemas.openxmlformats.org/drawingml/2006/main">
            <a:off x="1733550" y="2638425"/>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F5C21B"/>
                </a:solidFill>
                <a:latin typeface="Courier New"/>
                <a:ea typeface="Courier New"/>
                <a:cs typeface="Courier New"/>
              </a:defRPr>
            </a:pPr>
            <a:r>
              <a:rPr sz="1725" b="1">
                <a:solidFill>
                  <a:srgbClr val="F5C21B"/>
                </a:solidFill>
                <a:latin typeface="Courier New"/>
                <a:ea typeface="Courier New"/>
                <a:cs typeface="Courier New"/>
              </a:rPr>
              <a:t>ARTÍCULO DE INVESTIGACIÓN</a:t>
            </a:r>
          </a:p>
        </p:txBody>
      </p:sp>
      <p:sp>
        <p:nvSpPr>
          <p:cNvPr id="8" name="">
            <a:extLst xmlns:a="http://schemas.openxmlformats.org/drawingml/2006/main">
              <a:ext uri="{FF2B5EF4-FFF2-40B4-BE49-F238E27FC236}">
                <a16:creationId xmlns:a16="http://schemas.microsoft.com/office/drawing/2014/main" id="{3F0F08EF-0656-40C8-A99F-805E8EDCAE75}"/>
              </a:ext>
            </a:extLst>
          </p:cNvPr>
          <p:cNvSpPr>
            <a:spLocks xmlns:a="http://schemas.openxmlformats.org/drawingml/2006/main" noGrp="1"/>
          </p:cNvSpPr>
          <p:nvPr/>
        </p:nvSpPr>
        <p:spPr>
          <a:xfrm xmlns:a="http://schemas.openxmlformats.org/drawingml/2006/main">
            <a:off x="1047750" y="3286125"/>
            <a:ext cx="118110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200" b="1">
                <a:solidFill>
                  <a:srgbClr val="FFFFFF"/>
                </a:solidFill>
                <a:latin typeface="Arial"/>
                <a:ea typeface="Arial"/>
                <a:cs typeface="Arial"/>
              </a:defRPr>
            </a:pPr>
            <a:r>
              <a:rPr sz="4200" b="1">
                <a:solidFill>
                  <a:srgbClr val="FFFFFF"/>
                </a:solidFill>
                <a:latin typeface="Arial"/>
                <a:ea typeface="Arial"/>
                <a:cs typeface="Arial"/>
              </a:rPr>
              <a:t>Diseño de un modelo de mediación conversacional para la escritura reflexiva asistida por inteligencia artificial</a:t>
            </a:r>
          </a:p>
        </p:txBody>
      </p:sp>
      <p:sp>
        <p:nvSpPr>
          <p:cNvPr id="9" name="">
            <a:extLst xmlns:a="http://schemas.openxmlformats.org/drawingml/2006/main">
              <a:ext uri="{FF2B5EF4-FFF2-40B4-BE49-F238E27FC236}">
                <a16:creationId xmlns:a16="http://schemas.microsoft.com/office/drawing/2014/main" id="{56E6B746-6296-41CB-ABF3-1ECD29158DFB}"/>
              </a:ext>
            </a:extLst>
          </p:cNvPr>
          <p:cNvSpPr>
            <a:spLocks xmlns:a="http://schemas.openxmlformats.org/drawingml/2006/main" noGrp="1"/>
          </p:cNvSpPr>
          <p:nvPr/>
        </p:nvSpPr>
        <p:spPr>
          <a:xfrm xmlns:a="http://schemas.openxmlformats.org/drawingml/2006/main">
            <a:off x="1047750" y="5924550"/>
            <a:ext cx="1171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0">
                <a:solidFill>
                  <a:srgbClr val="F4E9EA"/>
                </a:solidFill>
                <a:latin typeface="Arial"/>
                <a:ea typeface="Arial"/>
                <a:cs typeface="Arial"/>
              </a:defRPr>
            </a:pPr>
            <a:r>
              <a:rPr sz="2550" b="0">
                <a:solidFill>
                  <a:srgbClr val="F4E9EA"/>
                </a:solidFill>
                <a:latin typeface="Arial"/>
                <a:ea typeface="Arial"/>
                <a:cs typeface="Arial"/>
              </a:rPr>
              <a:t>¿Y si la IA acompañara la escritura sin escribir por nosotros?</a:t>
            </a:r>
          </a:p>
        </p:txBody>
      </p:sp>
      <p:sp>
        <p:nvSpPr>
          <p:cNvPr id="10" name="">
            <a:extLst xmlns:a="http://schemas.openxmlformats.org/drawingml/2006/main">
              <a:ext uri="{FF2B5EF4-FFF2-40B4-BE49-F238E27FC236}">
                <a16:creationId xmlns:a16="http://schemas.microsoft.com/office/drawing/2014/main" id="{550894DF-B6D8-4567-A745-F338008AB1D8}"/>
              </a:ext>
            </a:extLst>
          </p:cNvPr>
          <p:cNvSpPr>
            <a:spLocks xmlns:a="http://schemas.openxmlformats.org/drawingml/2006/main" noGrp="1"/>
          </p:cNvSpPr>
          <p:nvPr/>
        </p:nvSpPr>
        <p:spPr>
          <a:xfrm xmlns:a="http://schemas.openxmlformats.org/drawingml/2006/main">
            <a:off x="1047750" y="6896100"/>
            <a:ext cx="1400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FFFFFF"/>
                </a:solidFill>
                <a:latin typeface="Arial"/>
                <a:ea typeface="Arial"/>
                <a:cs typeface="Arial"/>
              </a:defRPr>
            </a:pPr>
            <a:r>
              <a:rPr sz="1875" b="1">
                <a:solidFill>
                  <a:srgbClr val="FFFFFF"/>
                </a:solidFill>
                <a:latin typeface="Arial"/>
                <a:ea typeface="Arial"/>
                <a:cs typeface="Arial"/>
              </a:rPr>
              <a:t>Karen Lisbeth Gómez Villamuez · Ángela María Rengifo Samboni · Juan José Caiza Narváez</a:t>
            </a:r>
          </a:p>
        </p:txBody>
      </p:sp>
      <p:sp>
        <p:nvSpPr>
          <p:cNvPr id="11" name="">
            <a:extLst xmlns:a="http://schemas.openxmlformats.org/drawingml/2006/main">
              <a:ext uri="{FF2B5EF4-FFF2-40B4-BE49-F238E27FC236}">
                <a16:creationId xmlns:a16="http://schemas.microsoft.com/office/drawing/2014/main" id="{428CF693-B38F-4E4E-8896-3F44B5347953}"/>
              </a:ext>
            </a:extLst>
          </p:cNvPr>
          <p:cNvSpPr>
            <a:spLocks xmlns:a="http://schemas.openxmlformats.org/drawingml/2006/main" noGrp="1"/>
          </p:cNvSpPr>
          <p:nvPr/>
        </p:nvSpPr>
        <p:spPr>
          <a:xfrm xmlns:a="http://schemas.openxmlformats.org/drawingml/2006/main">
            <a:off x="1047750" y="7419975"/>
            <a:ext cx="1381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F5C21B"/>
                </a:solidFill>
                <a:latin typeface="Courier New"/>
                <a:ea typeface="Courier New"/>
                <a:cs typeface="Courier New"/>
              </a:defRPr>
            </a:pPr>
            <a:r>
              <a:rPr sz="1575" b="1">
                <a:solidFill>
                  <a:srgbClr val="F5C21B"/>
                </a:solidFill>
                <a:latin typeface="Courier New"/>
                <a:ea typeface="Courier New"/>
                <a:cs typeface="Courier New"/>
              </a:rPr>
              <a:t>Institución Universitaria Colegio Mayor del Cauca · Grupo I+D Informática · Semillero BETABIT</a:t>
            </a:r>
          </a:p>
        </p:txBody>
      </p:sp>
      <p:sp>
        <p:nvSpPr>
          <p:cNvPr id="12" name="">
            <a:extLst xmlns:a="http://schemas.openxmlformats.org/drawingml/2006/main">
              <a:ext uri="{FF2B5EF4-FFF2-40B4-BE49-F238E27FC236}">
                <a16:creationId xmlns:a16="http://schemas.microsoft.com/office/drawing/2014/main" id="{BC3DAB81-C19D-4BBC-8909-871FA3DB22C9}"/>
              </a:ext>
            </a:extLst>
          </p:cNvPr>
          <p:cNvSpPr>
            <a:spLocks xmlns:a="http://schemas.openxmlformats.org/drawingml/2006/main" noGrp="1"/>
          </p:cNvSpPr>
          <p:nvPr/>
        </p:nvSpPr>
        <p:spPr>
          <a:xfrm xmlns:a="http://schemas.openxmlformats.org/drawingml/2006/main">
            <a:off x="1047750" y="8286750"/>
            <a:ext cx="1200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F5C21B"/>
                </a:solidFill>
                <a:latin typeface="Courier New"/>
                <a:ea typeface="Courier New"/>
                <a:cs typeface="Courier New"/>
              </a:defRPr>
            </a:pPr>
            <a:r>
              <a:rPr sz="1500" b="1">
                <a:solidFill>
                  <a:srgbClr val="F5C21B"/>
                </a:solidFill>
                <a:latin typeface="Courier New"/>
                <a:ea typeface="Courier New"/>
                <a:cs typeface="Courier New"/>
              </a:rPr>
              <a:t>VI CONGRESO INTERNACIONAL DE INVESTIGACIÓN INTERDISCIPLINAR · CARTAGENA 2026</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ee3a40d92f645b7"/>
          <a:stretch xmlns:a="http://schemas.openxmlformats.org/drawingml/2006/main"/>
        </p:blipFill>
        <p:spPr>
          <a:xfrm xmlns:a="http://schemas.openxmlformats.org/drawingml/2006/main">
            <a:off x="1047750" y="9032441"/>
            <a:ext cx="2000250" cy="680318"/>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0c128469fdf4ddd"/>
          <a:stretch xmlns:a="http://schemas.openxmlformats.org/drawingml/2006/main"/>
        </p:blipFill>
        <p:spPr>
          <a:xfrm xmlns:a="http://schemas.openxmlformats.org/drawingml/2006/main">
            <a:off x="3476625" y="9098162"/>
            <a:ext cx="2000250" cy="548876"/>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1bed1329b6141cc"/>
          <a:stretch xmlns:a="http://schemas.openxmlformats.org/drawingml/2006/main"/>
        </p:blipFill>
        <p:spPr>
          <a:xfrm xmlns:a="http://schemas.openxmlformats.org/drawingml/2006/main">
            <a:off x="6049963" y="8991600"/>
            <a:ext cx="1711325" cy="762000"/>
          </a:xfrm>
          <a:prstGeom xmlns:a="http://schemas.openxmlformats.org/drawingml/2006/main" prst="rect">
            <a:avLst/>
          </a:prstGeom>
        </p:spPr>
      </p:pic>
    </p:spTree>
    <p:extLst>
      <p:ext uri="{BB962C8B-B14F-4D97-AF65-F5344CB8AC3E}">
        <p14:creationId xmlns:p14="http://schemas.microsoft.com/office/powerpoint/2010/main" val="1314447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48842c1c129448c"/>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4E7AC41-9AF7-43D8-9BA9-26D69B8151A3}"/>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EA127C4-16C2-40B2-B267-42C4665664E5}"/>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01 · CONTEXTO Y PROBLEMA</a:t>
            </a:r>
          </a:p>
        </p:txBody>
      </p:sp>
      <p:sp>
        <p:nvSpPr>
          <p:cNvPr id="4" name="">
            <a:extLst xmlns:a="http://schemas.openxmlformats.org/drawingml/2006/main">
              <a:ext uri="{FF2B5EF4-FFF2-40B4-BE49-F238E27FC236}">
                <a16:creationId xmlns:a16="http://schemas.microsoft.com/office/drawing/2014/main" id="{DA9685BD-80CD-4DF4-8F25-54DCEA84C06E}"/>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B16C68AB-CBDF-438E-A38E-20EB91E723E7}"/>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La escritura asistida plantea dos riesgos opuestos</a:t>
            </a:r>
          </a:p>
        </p:txBody>
      </p:sp>
      <p:sp>
        <p:nvSpPr>
          <p:cNvPr id="6" name="">
            <a:extLst xmlns:a="http://schemas.openxmlformats.org/drawingml/2006/main">
              <a:ext uri="{FF2B5EF4-FFF2-40B4-BE49-F238E27FC236}">
                <a16:creationId xmlns:a16="http://schemas.microsoft.com/office/drawing/2014/main" id="{18002AB6-88DF-4580-862C-C4122161F97F}"/>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5BF2E421-802A-40DF-881C-889958C98231}"/>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BFB21509-398A-4419-967C-86EAF7092124}"/>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10216290-AC6D-4AF9-A715-0C1CD89D56CB}"/>
              </a:ext>
            </a:extLst>
          </p:cNvPr>
          <p:cNvSpPr>
            <a:spLocks xmlns:a="http://schemas.openxmlformats.org/drawingml/2006/main" noGrp="1"/>
          </p:cNvSpPr>
          <p:nvPr/>
        </p:nvSpPr>
        <p:spPr>
          <a:xfrm xmlns:a="http://schemas.openxmlformats.org/drawingml/2006/main">
            <a:off x="1238250" y="321945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60811"/>
                </a:solidFill>
                <a:latin typeface="Courier New"/>
                <a:ea typeface="Courier New"/>
                <a:cs typeface="Courier New"/>
              </a:defRPr>
            </a:pPr>
            <a:r>
              <a:rPr sz="1575" b="1">
                <a:solidFill>
                  <a:srgbClr val="460811"/>
                </a:solidFill>
                <a:latin typeface="Courier New"/>
                <a:ea typeface="Courier New"/>
                <a:cs typeface="Courier New"/>
              </a:rPr>
              <a:t>DELEGACIÓN ACRÍTICA</a:t>
            </a:r>
          </a:p>
        </p:txBody>
      </p:sp>
      <p:sp>
        <p:nvSpPr>
          <p:cNvPr id="10" name="">
            <a:extLst xmlns:a="http://schemas.openxmlformats.org/drawingml/2006/main">
              <a:ext uri="{FF2B5EF4-FFF2-40B4-BE49-F238E27FC236}">
                <a16:creationId xmlns:a16="http://schemas.microsoft.com/office/drawing/2014/main" id="{E401B729-1236-439B-833C-446363B44D8C}"/>
              </a:ext>
            </a:extLst>
          </p:cNvPr>
          <p:cNvSpPr>
            <a:spLocks xmlns:a="http://schemas.openxmlformats.org/drawingml/2006/main" noGrp="1"/>
          </p:cNvSpPr>
          <p:nvPr/>
        </p:nvSpPr>
        <p:spPr>
          <a:xfrm xmlns:a="http://schemas.openxmlformats.org/drawingml/2006/main">
            <a:off x="1238250" y="3695700"/>
            <a:ext cx="676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2475" b="0">
                <a:solidFill>
                  <a:srgbClr val="2C0509"/>
                </a:solidFill>
                <a:latin typeface="Arial"/>
                <a:ea typeface="Arial"/>
                <a:cs typeface="Arial"/>
              </a:defRPr>
            </a:pPr>
            <a:r>
              <a:rPr sz="2475" b="0">
                <a:solidFill>
                  <a:srgbClr val="2C0509"/>
                </a:solidFill>
                <a:latin typeface="Arial"/>
                <a:ea typeface="Arial"/>
                <a:cs typeface="Arial"/>
              </a:rPr>
              <a:t>Adoptar sin revisar lo que propone la IA puede desplazar la elaboración de ideas propias.</a:t>
            </a:r>
          </a:p>
        </p:txBody>
      </p:sp>
      <p:sp>
        <p:nvSpPr>
          <p:cNvPr id="11" name="">
            <a:extLst xmlns:a="http://schemas.openxmlformats.org/drawingml/2006/main">
              <a:ext uri="{FF2B5EF4-FFF2-40B4-BE49-F238E27FC236}">
                <a16:creationId xmlns:a16="http://schemas.microsoft.com/office/drawing/2014/main" id="{40CD0446-4A81-4B13-91B8-769E589FE890}"/>
              </a:ext>
            </a:extLst>
          </p:cNvPr>
          <p:cNvSpPr>
            <a:spLocks xmlns:a="http://schemas.openxmlformats.org/drawingml/2006/main" noGrp="1"/>
          </p:cNvSpPr>
          <p:nvPr/>
        </p:nvSpPr>
        <p:spPr>
          <a:xfrm xmlns:a="http://schemas.openxmlformats.org/drawingml/2006/main">
            <a:off x="8810625" y="3143250"/>
            <a:ext cx="0" cy="3714750"/>
          </a:xfrm>
          <a:prstGeom xmlns:a="http://schemas.openxmlformats.org/drawingml/2006/main" prst="line">
            <a:avLst/>
          </a:prstGeom>
          <a:noFill xmlns:a="http://schemas.openxmlformats.org/drawingml/2006/main"/>
          <a:ln xmlns:a="http://schemas.openxmlformats.org/drawingml/2006/main" w="19050">
            <a:solidFill>
              <a:srgbClr val="E4DADB"/>
            </a:solidFill>
            <a:prstDash val="solid"/>
          </a:ln>
        </p:spPr>
      </p:sp>
      <p:sp>
        <p:nvSpPr>
          <p:cNvPr id="12" name="">
            <a:extLst xmlns:a="http://schemas.openxmlformats.org/drawingml/2006/main">
              <a:ext uri="{FF2B5EF4-FFF2-40B4-BE49-F238E27FC236}">
                <a16:creationId xmlns:a16="http://schemas.microsoft.com/office/drawing/2014/main" id="{CEFEC096-0197-49B7-AB47-EA177BB3177F}"/>
              </a:ext>
            </a:extLst>
          </p:cNvPr>
          <p:cNvSpPr>
            <a:spLocks xmlns:a="http://schemas.openxmlformats.org/drawingml/2006/main" noGrp="1"/>
          </p:cNvSpPr>
          <p:nvPr/>
        </p:nvSpPr>
        <p:spPr>
          <a:xfrm xmlns:a="http://schemas.openxmlformats.org/drawingml/2006/main">
            <a:off x="9525000" y="321945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C9101B"/>
                </a:solidFill>
                <a:latin typeface="Courier New"/>
                <a:ea typeface="Courier New"/>
                <a:cs typeface="Courier New"/>
              </a:defRPr>
            </a:pPr>
            <a:r>
              <a:rPr sz="1575" b="1">
                <a:solidFill>
                  <a:srgbClr val="C9101B"/>
                </a:solidFill>
                <a:latin typeface="Courier New"/>
                <a:ea typeface="Courier New"/>
                <a:cs typeface="Courier New"/>
              </a:rPr>
              <a:t>EVITAR POR COMPLETO</a:t>
            </a:r>
          </a:p>
        </p:txBody>
      </p:sp>
      <p:sp>
        <p:nvSpPr>
          <p:cNvPr id="13" name="">
            <a:extLst xmlns:a="http://schemas.openxmlformats.org/drawingml/2006/main">
              <a:ext uri="{FF2B5EF4-FFF2-40B4-BE49-F238E27FC236}">
                <a16:creationId xmlns:a16="http://schemas.microsoft.com/office/drawing/2014/main" id="{649DDD4F-3624-446D-B161-CA85919755F2}"/>
              </a:ext>
            </a:extLst>
          </p:cNvPr>
          <p:cNvSpPr>
            <a:spLocks xmlns:a="http://schemas.openxmlformats.org/drawingml/2006/main" noGrp="1"/>
          </p:cNvSpPr>
          <p:nvPr/>
        </p:nvSpPr>
        <p:spPr>
          <a:xfrm xmlns:a="http://schemas.openxmlformats.org/drawingml/2006/main">
            <a:off x="9525000" y="3695700"/>
            <a:ext cx="6762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2475" b="0">
                <a:solidFill>
                  <a:srgbClr val="2C0509"/>
                </a:solidFill>
                <a:latin typeface="Arial"/>
                <a:ea typeface="Arial"/>
                <a:cs typeface="Arial"/>
              </a:defRPr>
            </a:pPr>
            <a:r>
              <a:rPr sz="2475" b="0">
                <a:solidFill>
                  <a:srgbClr val="2C0509"/>
                </a:solidFill>
                <a:latin typeface="Arial"/>
                <a:ea typeface="Arial"/>
                <a:cs typeface="Arial"/>
              </a:rPr>
              <a:t>Rechazar toda ayuda también puede dejar sin uso una herramienta que apoye el proceso.</a:t>
            </a:r>
          </a:p>
        </p:txBody>
      </p:sp>
      <p:sp>
        <p:nvSpPr>
          <p:cNvPr id="14" name="">
            <a:extLst xmlns:a="http://schemas.openxmlformats.org/drawingml/2006/main">
              <a:ext uri="{FF2B5EF4-FFF2-40B4-BE49-F238E27FC236}">
                <a16:creationId xmlns:a16="http://schemas.microsoft.com/office/drawing/2014/main" id="{97118A20-5B95-48A6-A6CC-A25DBC6E6CDB}"/>
              </a:ext>
            </a:extLst>
          </p:cNvPr>
          <p:cNvSpPr>
            <a:spLocks xmlns:a="http://schemas.openxmlformats.org/drawingml/2006/main" noGrp="1"/>
          </p:cNvSpPr>
          <p:nvPr/>
        </p:nvSpPr>
        <p:spPr>
          <a:xfrm xmlns:a="http://schemas.openxmlformats.org/drawingml/2006/main">
            <a:off x="1238250" y="6191250"/>
            <a:ext cx="15049500" cy="1123950"/>
          </a:xfrm>
          <a:prstGeom xmlns:a="http://schemas.openxmlformats.org/drawingml/2006/main" prst="rect">
            <a:avLst/>
          </a:prstGeom>
          <a:solidFill xmlns:a="http://schemas.openxmlformats.org/drawingml/2006/main">
            <a:srgbClr val="FAF5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194DA83-250C-421E-B5C0-2B33A3A8F83A}"/>
              </a:ext>
            </a:extLst>
          </p:cNvPr>
          <p:cNvSpPr>
            <a:spLocks xmlns:a="http://schemas.openxmlformats.org/drawingml/2006/main" noGrp="1"/>
          </p:cNvSpPr>
          <p:nvPr/>
        </p:nvSpPr>
        <p:spPr>
          <a:xfrm xmlns:a="http://schemas.openxmlformats.org/drawingml/2006/main">
            <a:off x="1238250" y="6191250"/>
            <a:ext cx="76200" cy="1123950"/>
          </a:xfrm>
          <a:prstGeom xmlns:a="http://schemas.openxmlformats.org/drawingml/2006/main" prst="rect">
            <a:avLst/>
          </a:prstGeom>
          <a:solidFill xmlns:a="http://schemas.openxmlformats.org/drawingml/2006/main">
            <a:srgbClr val="F5C21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D5F68C2-6ED2-4DF7-8A8E-810DDAF6CAE3}"/>
              </a:ext>
            </a:extLst>
          </p:cNvPr>
          <p:cNvSpPr>
            <a:spLocks xmlns:a="http://schemas.openxmlformats.org/drawingml/2006/main" noGrp="1"/>
          </p:cNvSpPr>
          <p:nvPr/>
        </p:nvSpPr>
        <p:spPr>
          <a:xfrm xmlns:a="http://schemas.openxmlformats.org/drawingml/2006/main">
            <a:off x="1571625" y="6429375"/>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460811"/>
                </a:solidFill>
                <a:latin typeface="Courier New"/>
                <a:ea typeface="Courier New"/>
                <a:cs typeface="Courier New"/>
              </a:defRPr>
            </a:pPr>
            <a:r>
              <a:rPr sz="1650" b="1">
                <a:solidFill>
                  <a:srgbClr val="460811"/>
                </a:solidFill>
                <a:latin typeface="Courier New"/>
                <a:ea typeface="Courier New"/>
                <a:cs typeface="Courier New"/>
              </a:rPr>
              <a:t>El problema de fondo</a:t>
            </a:r>
          </a:p>
        </p:txBody>
      </p:sp>
      <p:sp>
        <p:nvSpPr>
          <p:cNvPr id="17" name="">
            <a:extLst xmlns:a="http://schemas.openxmlformats.org/drawingml/2006/main">
              <a:ext uri="{FF2B5EF4-FFF2-40B4-BE49-F238E27FC236}">
                <a16:creationId xmlns:a16="http://schemas.microsoft.com/office/drawing/2014/main" id="{0ECB02D1-926D-43E2-9263-79CB0E8A723B}"/>
              </a:ext>
            </a:extLst>
          </p:cNvPr>
          <p:cNvSpPr>
            <a:spLocks xmlns:a="http://schemas.openxmlformats.org/drawingml/2006/main" noGrp="1"/>
          </p:cNvSpPr>
          <p:nvPr/>
        </p:nvSpPr>
        <p:spPr>
          <a:xfrm xmlns:a="http://schemas.openxmlformats.org/drawingml/2006/main">
            <a:off x="4953000" y="6429375"/>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1">
                <a:solidFill>
                  <a:srgbClr val="2C0509"/>
                </a:solidFill>
                <a:latin typeface="Arial"/>
                <a:ea typeface="Arial"/>
                <a:cs typeface="Arial"/>
              </a:defRPr>
            </a:pPr>
            <a:r>
              <a:rPr sz="2175" b="1">
                <a:solidFill>
                  <a:srgbClr val="2C0509"/>
                </a:solidFill>
                <a:latin typeface="Arial"/>
                <a:ea typeface="Arial"/>
                <a:cs typeface="Arial"/>
              </a:rPr>
              <a:t>La delegación sostenida puede debilitar el criterio propio y la soltura al redactar.</a:t>
            </a:r>
          </a:p>
        </p:txBody>
      </p:sp>
    </p:spTree>
    <p:extLst>
      <p:ext uri="{BB962C8B-B14F-4D97-AF65-F5344CB8AC3E}">
        <p14:creationId xmlns:p14="http://schemas.microsoft.com/office/powerpoint/2010/main" val="3543347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b886327c8fe418e"/>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39B2DF-5899-4A8F-B0EF-3612FF4BFE82}"/>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81FE38E-D7EF-4936-B3AA-DEFA0C772A48}"/>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01 · CONTEXTO Y PROBLEMA</a:t>
            </a:r>
          </a:p>
        </p:txBody>
      </p:sp>
      <p:sp>
        <p:nvSpPr>
          <p:cNvPr id="4" name="">
            <a:extLst xmlns:a="http://schemas.openxmlformats.org/drawingml/2006/main">
              <a:ext uri="{FF2B5EF4-FFF2-40B4-BE49-F238E27FC236}">
                <a16:creationId xmlns:a16="http://schemas.microsoft.com/office/drawing/2014/main" id="{1C36FD7A-B0EE-47DD-AE78-B5D2391B60A2}"/>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D5A7D8AC-A37D-4F20-A098-C41EEF8BB603}"/>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La pregunta de investigación</a:t>
            </a:r>
          </a:p>
        </p:txBody>
      </p:sp>
      <p:sp>
        <p:nvSpPr>
          <p:cNvPr id="6" name="">
            <a:extLst xmlns:a="http://schemas.openxmlformats.org/drawingml/2006/main">
              <a:ext uri="{FF2B5EF4-FFF2-40B4-BE49-F238E27FC236}">
                <a16:creationId xmlns:a16="http://schemas.microsoft.com/office/drawing/2014/main" id="{F4BC2854-8DAE-4BF4-8CFF-CC318BF1EE0C}"/>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2684F149-DEF8-4487-BC82-009EF5E8EB03}"/>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1CDEB652-39A1-48EA-9AFB-7B26E9D13F6D}"/>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1CF87C25-AE9F-4921-8C78-75FECE8FF75C}"/>
              </a:ext>
            </a:extLst>
          </p:cNvPr>
          <p:cNvSpPr>
            <a:spLocks xmlns:a="http://schemas.openxmlformats.org/drawingml/2006/main" noGrp="1"/>
          </p:cNvSpPr>
          <p:nvPr/>
        </p:nvSpPr>
        <p:spPr>
          <a:xfrm xmlns:a="http://schemas.openxmlformats.org/drawingml/2006/main">
            <a:off x="1428750" y="3048000"/>
            <a:ext cx="145732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4050" b="1">
                <a:solidFill>
                  <a:srgbClr val="460811"/>
                </a:solidFill>
                <a:latin typeface="Arial"/>
                <a:ea typeface="Arial"/>
                <a:cs typeface="Arial"/>
              </a:defRPr>
            </a:pPr>
            <a:r>
              <a:rPr sz="4050" b="1">
                <a:solidFill>
                  <a:srgbClr val="460811"/>
                </a:solidFill>
                <a:latin typeface="Arial"/>
                <a:ea typeface="Arial"/>
                <a:cs typeface="Arial"/>
              </a:rPr>
              <a:t>¿Cómo acompañar la escritura sin reemplazar el razonamiento de quien escribe?</a:t>
            </a:r>
          </a:p>
        </p:txBody>
      </p:sp>
      <p:sp>
        <p:nvSpPr>
          <p:cNvPr id="10" name="">
            <a:extLst xmlns:a="http://schemas.openxmlformats.org/drawingml/2006/main">
              <a:ext uri="{FF2B5EF4-FFF2-40B4-BE49-F238E27FC236}">
                <a16:creationId xmlns:a16="http://schemas.microsoft.com/office/drawing/2014/main" id="{36DCE4E5-7F36-4865-9971-0613B238CCBD}"/>
              </a:ext>
            </a:extLst>
          </p:cNvPr>
          <p:cNvSpPr>
            <a:spLocks xmlns:a="http://schemas.openxmlformats.org/drawingml/2006/main" noGrp="1"/>
          </p:cNvSpPr>
          <p:nvPr/>
        </p:nvSpPr>
        <p:spPr>
          <a:xfrm xmlns:a="http://schemas.openxmlformats.org/drawingml/2006/main">
            <a:off x="1428750" y="5334000"/>
            <a:ext cx="3048000" cy="0"/>
          </a:xfrm>
          <a:prstGeom xmlns:a="http://schemas.openxmlformats.org/drawingml/2006/main" prst="line">
            <a:avLst/>
          </a:prstGeom>
          <a:noFill xmlns:a="http://schemas.openxmlformats.org/drawingml/2006/main"/>
          <a:ln xmlns:a="http://schemas.openxmlformats.org/drawingml/2006/main" w="57150">
            <a:solidFill>
              <a:srgbClr val="C9101B"/>
            </a:solidFill>
            <a:prstDash val="solid"/>
          </a:ln>
        </p:spPr>
      </p:sp>
      <p:sp>
        <p:nvSpPr>
          <p:cNvPr id="11" name="">
            <a:extLst xmlns:a="http://schemas.openxmlformats.org/drawingml/2006/main">
              <a:ext uri="{FF2B5EF4-FFF2-40B4-BE49-F238E27FC236}">
                <a16:creationId xmlns:a16="http://schemas.microsoft.com/office/drawing/2014/main" id="{CFBCACC4-F41C-42C7-9CCD-D32700E0D511}"/>
              </a:ext>
            </a:extLst>
          </p:cNvPr>
          <p:cNvSpPr>
            <a:spLocks xmlns:a="http://schemas.openxmlformats.org/drawingml/2006/main" noGrp="1"/>
          </p:cNvSpPr>
          <p:nvPr/>
        </p:nvSpPr>
        <p:spPr>
          <a:xfrm xmlns:a="http://schemas.openxmlformats.org/drawingml/2006/main">
            <a:off x="1428750" y="5857875"/>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60811"/>
                </a:solidFill>
                <a:latin typeface="Courier New"/>
                <a:ea typeface="Courier New"/>
                <a:cs typeface="Courier New"/>
              </a:defRPr>
            </a:pPr>
            <a:r>
              <a:rPr sz="1575" b="1">
                <a:solidFill>
                  <a:srgbClr val="460811"/>
                </a:solidFill>
                <a:latin typeface="Courier New"/>
                <a:ea typeface="Courier New"/>
                <a:cs typeface="Courier New"/>
              </a:rPr>
              <a:t>OBJETIVO DEL ESTUDIO</a:t>
            </a:r>
          </a:p>
        </p:txBody>
      </p:sp>
      <p:sp>
        <p:nvSpPr>
          <p:cNvPr id="12" name="">
            <a:extLst xmlns:a="http://schemas.openxmlformats.org/drawingml/2006/main">
              <a:ext uri="{FF2B5EF4-FFF2-40B4-BE49-F238E27FC236}">
                <a16:creationId xmlns:a16="http://schemas.microsoft.com/office/drawing/2014/main" id="{8F4F91C4-5638-4C71-86EB-9456AECF206C}"/>
              </a:ext>
            </a:extLst>
          </p:cNvPr>
          <p:cNvSpPr>
            <a:spLocks xmlns:a="http://schemas.openxmlformats.org/drawingml/2006/main" noGrp="1"/>
          </p:cNvSpPr>
          <p:nvPr/>
        </p:nvSpPr>
        <p:spPr>
          <a:xfrm xmlns:a="http://schemas.openxmlformats.org/drawingml/2006/main">
            <a:off x="1428750" y="6315075"/>
            <a:ext cx="13716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2400" b="0">
                <a:solidFill>
                  <a:srgbClr val="5D4A4D"/>
                </a:solidFill>
                <a:latin typeface="Arial"/>
                <a:ea typeface="Arial"/>
                <a:cs typeface="Arial"/>
              </a:defRPr>
            </a:pPr>
            <a:r>
              <a:rPr sz="2400" b="0">
                <a:solidFill>
                  <a:srgbClr val="5D4A4D"/>
                </a:solidFill>
                <a:latin typeface="Arial"/>
                <a:ea typeface="Arial"/>
                <a:cs typeface="Arial"/>
              </a:rPr>
              <a:t>Diseñar un modelo de mediación conversacional y comprobar su coherencia interna antes de probarlo con escritores reales.</a:t>
            </a:r>
          </a:p>
        </p:txBody>
      </p:sp>
    </p:spTree>
    <p:extLst>
      <p:ext uri="{BB962C8B-B14F-4D97-AF65-F5344CB8AC3E}">
        <p14:creationId xmlns:p14="http://schemas.microsoft.com/office/powerpoint/2010/main" val="9885681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964fe8ec22b4a77"/>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AAE7C5-838A-4C01-AC4D-51A4E2233A5E}"/>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840EC9-90DD-4FEF-9CD5-2E70CD5AF29F}"/>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02 · METODOLOGÍA</a:t>
            </a:r>
          </a:p>
        </p:txBody>
      </p:sp>
      <p:sp>
        <p:nvSpPr>
          <p:cNvPr id="4" name="">
            <a:extLst xmlns:a="http://schemas.openxmlformats.org/drawingml/2006/main">
              <a:ext uri="{FF2B5EF4-FFF2-40B4-BE49-F238E27FC236}">
                <a16:creationId xmlns:a16="http://schemas.microsoft.com/office/drawing/2014/main" id="{42F4C55E-27E1-4810-BC5B-DBA303171B2D}"/>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BD600ED5-D88C-4666-83C4-CDC6499A34F4}"/>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Investigación Basada en el Diseño, adaptada a la etapa del modelo</a:t>
            </a:r>
          </a:p>
        </p:txBody>
      </p:sp>
      <p:sp>
        <p:nvSpPr>
          <p:cNvPr id="6" name="">
            <a:extLst xmlns:a="http://schemas.openxmlformats.org/drawingml/2006/main">
              <a:ext uri="{FF2B5EF4-FFF2-40B4-BE49-F238E27FC236}">
                <a16:creationId xmlns:a16="http://schemas.microsoft.com/office/drawing/2014/main" id="{E657F946-38A8-4C99-B8AD-372547D87FEB}"/>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CC7060E9-B1B5-43E4-9628-152DC2CABBB1}"/>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DB139A04-6145-49D5-8131-197456EFA002}"/>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6A778B15-0916-4117-AB1F-99C84E8A0A8A}"/>
              </a:ext>
            </a:extLst>
          </p:cNvPr>
          <p:cNvSpPr>
            <a:spLocks xmlns:a="http://schemas.openxmlformats.org/drawingml/2006/main" noGrp="1"/>
          </p:cNvSpPr>
          <p:nvPr/>
        </p:nvSpPr>
        <p:spPr>
          <a:xfrm xmlns:a="http://schemas.openxmlformats.org/drawingml/2006/main">
            <a:off x="1238250" y="3143250"/>
            <a:ext cx="1143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316"/>
          </a:bodyPr>
          <a:lstStyle xmlns:a="http://schemas.openxmlformats.org/drawingml/2006/main"/>
          <a:p xmlns:a="http://schemas.openxmlformats.org/drawingml/2006/main">
            <a:pPr algn="l">
              <a:lnSpc>
                <a:spcPct val="108000"/>
              </a:lnSpc>
              <a:buNone/>
              <a:defRPr sz="5100" b="1">
                <a:solidFill>
                  <a:srgbClr val="460811"/>
                </a:solidFill>
                <a:latin typeface="Arial"/>
                <a:ea typeface="Arial"/>
                <a:cs typeface="Arial"/>
              </a:defRPr>
            </a:pPr>
            <a:r>
              <a:rPr sz="5100" b="1">
                <a:solidFill>
                  <a:srgbClr val="460811"/>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37CE002C-B325-407B-B702-3A3E776E1C9F}"/>
              </a:ext>
            </a:extLst>
          </p:cNvPr>
          <p:cNvSpPr>
            <a:spLocks xmlns:a="http://schemas.openxmlformats.org/drawingml/2006/main" noGrp="1"/>
          </p:cNvSpPr>
          <p:nvPr/>
        </p:nvSpPr>
        <p:spPr>
          <a:xfrm xmlns:a="http://schemas.openxmlformats.org/drawingml/2006/main">
            <a:off x="1238250" y="4057650"/>
            <a:ext cx="4286250" cy="0"/>
          </a:xfrm>
          <a:prstGeom xmlns:a="http://schemas.openxmlformats.org/drawingml/2006/main" prst="line">
            <a:avLst/>
          </a:prstGeom>
          <a:noFill xmlns:a="http://schemas.openxmlformats.org/drawingml/2006/main"/>
          <a:ln xmlns:a="http://schemas.openxmlformats.org/drawingml/2006/main" w="47625">
            <a:solidFill>
              <a:srgbClr val="460811"/>
            </a:solidFill>
            <a:prstDash val="solid"/>
          </a:ln>
        </p:spPr>
      </p:sp>
      <p:sp>
        <p:nvSpPr>
          <p:cNvPr id="11" name="">
            <a:extLst xmlns:a="http://schemas.openxmlformats.org/drawingml/2006/main">
              <a:ext uri="{FF2B5EF4-FFF2-40B4-BE49-F238E27FC236}">
                <a16:creationId xmlns:a16="http://schemas.microsoft.com/office/drawing/2014/main" id="{A20CE2EA-55B7-4DCA-BDF8-026C0CD196AB}"/>
              </a:ext>
            </a:extLst>
          </p:cNvPr>
          <p:cNvSpPr>
            <a:spLocks xmlns:a="http://schemas.openxmlformats.org/drawingml/2006/main" noGrp="1"/>
          </p:cNvSpPr>
          <p:nvPr/>
        </p:nvSpPr>
        <p:spPr>
          <a:xfrm xmlns:a="http://schemas.openxmlformats.org/drawingml/2006/main">
            <a:off x="1238250" y="4333875"/>
            <a:ext cx="438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400" b="1">
                <a:solidFill>
                  <a:srgbClr val="2C0509"/>
                </a:solidFill>
                <a:latin typeface="Arial"/>
                <a:ea typeface="Arial"/>
                <a:cs typeface="Arial"/>
              </a:defRPr>
            </a:pPr>
            <a:r>
              <a:rPr sz="2400" b="1">
                <a:solidFill>
                  <a:srgbClr val="2C0509"/>
                </a:solidFill>
                <a:latin typeface="Arial"/>
                <a:ea typeface="Arial"/>
                <a:cs typeface="Arial"/>
              </a:rPr>
              <a:t>Revisar el problema</a:t>
            </a:r>
          </a:p>
        </p:txBody>
      </p:sp>
      <p:sp>
        <p:nvSpPr>
          <p:cNvPr id="12" name="">
            <a:extLst xmlns:a="http://schemas.openxmlformats.org/drawingml/2006/main">
              <a:ext uri="{FF2B5EF4-FFF2-40B4-BE49-F238E27FC236}">
                <a16:creationId xmlns:a16="http://schemas.microsoft.com/office/drawing/2014/main" id="{B1AD942D-0BD5-4330-BEB6-87CCFD6298AD}"/>
              </a:ext>
            </a:extLst>
          </p:cNvPr>
          <p:cNvSpPr>
            <a:spLocks xmlns:a="http://schemas.openxmlformats.org/drawingml/2006/main" noGrp="1"/>
          </p:cNvSpPr>
          <p:nvPr/>
        </p:nvSpPr>
        <p:spPr>
          <a:xfrm xmlns:a="http://schemas.openxmlformats.org/drawingml/2006/main">
            <a:off x="1238250" y="4953000"/>
            <a:ext cx="4333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875" b="0">
                <a:solidFill>
                  <a:srgbClr val="5D4A4D"/>
                </a:solidFill>
                <a:latin typeface="Arial"/>
                <a:ea typeface="Arial"/>
                <a:cs typeface="Arial"/>
              </a:defRPr>
            </a:pPr>
            <a:r>
              <a:rPr sz="1875" b="0">
                <a:solidFill>
                  <a:srgbClr val="5D4A4D"/>
                </a:solidFill>
                <a:latin typeface="Arial"/>
                <a:ea typeface="Arial"/>
                <a:cs typeface="Arial"/>
              </a:rPr>
              <a:t>Identificar dónde la asistencia puede desplazar al autor.</a:t>
            </a:r>
          </a:p>
        </p:txBody>
      </p:sp>
      <p:sp>
        <p:nvSpPr>
          <p:cNvPr id="13" name="">
            <a:extLst xmlns:a="http://schemas.openxmlformats.org/drawingml/2006/main">
              <a:ext uri="{FF2B5EF4-FFF2-40B4-BE49-F238E27FC236}">
                <a16:creationId xmlns:a16="http://schemas.microsoft.com/office/drawing/2014/main" id="{7EDBA072-6BBB-41DE-8D25-3BBFBD71215D}"/>
              </a:ext>
            </a:extLst>
          </p:cNvPr>
          <p:cNvSpPr>
            <a:spLocks xmlns:a="http://schemas.openxmlformats.org/drawingml/2006/main" noGrp="1"/>
          </p:cNvSpPr>
          <p:nvPr/>
        </p:nvSpPr>
        <p:spPr>
          <a:xfrm xmlns:a="http://schemas.openxmlformats.org/drawingml/2006/main">
            <a:off x="5810250" y="4476750"/>
            <a:ext cx="666750" cy="0"/>
          </a:xfrm>
          <a:prstGeom xmlns:a="http://schemas.openxmlformats.org/drawingml/2006/main" prst="line">
            <a:avLst/>
          </a:prstGeom>
          <a:noFill xmlns:a="http://schemas.openxmlformats.org/drawingml/2006/main"/>
          <a:ln xmlns:a="http://schemas.openxmlformats.org/drawingml/2006/main" w="28575">
            <a:solidFill>
              <a:srgbClr val="8D7A7D"/>
            </a:solidFill>
            <a:prstDash val="solid"/>
          </a:ln>
        </p:spPr>
      </p:sp>
      <p:sp>
        <p:nvSpPr>
          <p:cNvPr id="14" name="">
            <a:extLst xmlns:a="http://schemas.openxmlformats.org/drawingml/2006/main">
              <a:ext uri="{FF2B5EF4-FFF2-40B4-BE49-F238E27FC236}">
                <a16:creationId xmlns:a16="http://schemas.microsoft.com/office/drawing/2014/main" id="{657D8DAC-2E14-4E4A-802D-4154DFAD850D}"/>
              </a:ext>
            </a:extLst>
          </p:cNvPr>
          <p:cNvSpPr>
            <a:spLocks xmlns:a="http://schemas.openxmlformats.org/drawingml/2006/main" noGrp="1"/>
          </p:cNvSpPr>
          <p:nvPr/>
        </p:nvSpPr>
        <p:spPr>
          <a:xfrm xmlns:a="http://schemas.openxmlformats.org/drawingml/2006/main">
            <a:off x="6419850" y="4191000"/>
            <a:ext cx="38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51"/>
          </a:bodyPr>
          <a:lstStyle xmlns:a="http://schemas.openxmlformats.org/drawingml/2006/main"/>
          <a:p xmlns:a="http://schemas.openxmlformats.org/drawingml/2006/main">
            <a:pPr algn="l">
              <a:lnSpc>
                <a:spcPct val="108000"/>
              </a:lnSpc>
              <a:buNone/>
              <a:defRPr sz="3600" b="1">
                <a:solidFill>
                  <a:srgbClr val="8D7A7D"/>
                </a:solidFill>
                <a:latin typeface="Arial"/>
                <a:ea typeface="Arial"/>
                <a:cs typeface="Arial"/>
              </a:defRPr>
            </a:pPr>
            <a:r>
              <a:rPr sz="3600" b="1">
                <a:solidFill>
                  <a:srgbClr val="8D7A7D"/>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8F6BBA74-DEB8-4048-8F21-2B19C1549411}"/>
              </a:ext>
            </a:extLst>
          </p:cNvPr>
          <p:cNvSpPr>
            <a:spLocks xmlns:a="http://schemas.openxmlformats.org/drawingml/2006/main" noGrp="1"/>
          </p:cNvSpPr>
          <p:nvPr/>
        </p:nvSpPr>
        <p:spPr>
          <a:xfrm xmlns:a="http://schemas.openxmlformats.org/drawingml/2006/main">
            <a:off x="6762750" y="3143250"/>
            <a:ext cx="1143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316"/>
          </a:bodyPr>
          <a:lstStyle xmlns:a="http://schemas.openxmlformats.org/drawingml/2006/main"/>
          <a:p xmlns:a="http://schemas.openxmlformats.org/drawingml/2006/main">
            <a:pPr algn="l">
              <a:lnSpc>
                <a:spcPct val="108000"/>
              </a:lnSpc>
              <a:buNone/>
              <a:defRPr sz="5100" b="1">
                <a:solidFill>
                  <a:srgbClr val="C9101B"/>
                </a:solidFill>
                <a:latin typeface="Arial"/>
                <a:ea typeface="Arial"/>
                <a:cs typeface="Arial"/>
              </a:defRPr>
            </a:pPr>
            <a:r>
              <a:rPr sz="5100" b="1">
                <a:solidFill>
                  <a:srgbClr val="C9101B"/>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CE0B7E35-6FC5-40AA-9A5B-04045C00CC9B}"/>
              </a:ext>
            </a:extLst>
          </p:cNvPr>
          <p:cNvSpPr>
            <a:spLocks xmlns:a="http://schemas.openxmlformats.org/drawingml/2006/main" noGrp="1"/>
          </p:cNvSpPr>
          <p:nvPr/>
        </p:nvSpPr>
        <p:spPr>
          <a:xfrm xmlns:a="http://schemas.openxmlformats.org/drawingml/2006/main">
            <a:off x="6762750" y="4057650"/>
            <a:ext cx="4286250" cy="0"/>
          </a:xfrm>
          <a:prstGeom xmlns:a="http://schemas.openxmlformats.org/drawingml/2006/main" prst="line">
            <a:avLst/>
          </a:prstGeom>
          <a:noFill xmlns:a="http://schemas.openxmlformats.org/drawingml/2006/main"/>
          <a:ln xmlns:a="http://schemas.openxmlformats.org/drawingml/2006/main" w="47625">
            <a:solidFill>
              <a:srgbClr val="C9101B"/>
            </a:solidFill>
            <a:prstDash val="solid"/>
          </a:ln>
        </p:spPr>
      </p:sp>
      <p:sp>
        <p:nvSpPr>
          <p:cNvPr id="17" name="">
            <a:extLst xmlns:a="http://schemas.openxmlformats.org/drawingml/2006/main">
              <a:ext uri="{FF2B5EF4-FFF2-40B4-BE49-F238E27FC236}">
                <a16:creationId xmlns:a16="http://schemas.microsoft.com/office/drawing/2014/main" id="{8A66AAD3-083D-48FC-ABE0-C617AC32D486}"/>
              </a:ext>
            </a:extLst>
          </p:cNvPr>
          <p:cNvSpPr>
            <a:spLocks xmlns:a="http://schemas.openxmlformats.org/drawingml/2006/main" noGrp="1"/>
          </p:cNvSpPr>
          <p:nvPr/>
        </p:nvSpPr>
        <p:spPr>
          <a:xfrm xmlns:a="http://schemas.openxmlformats.org/drawingml/2006/main">
            <a:off x="6762750" y="4333875"/>
            <a:ext cx="438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400" b="1">
                <a:solidFill>
                  <a:srgbClr val="2C0509"/>
                </a:solidFill>
                <a:latin typeface="Arial"/>
                <a:ea typeface="Arial"/>
                <a:cs typeface="Arial"/>
              </a:defRPr>
            </a:pPr>
            <a:r>
              <a:rPr sz="2400" b="1">
                <a:solidFill>
                  <a:srgbClr val="2C0509"/>
                </a:solidFill>
                <a:latin typeface="Arial"/>
                <a:ea typeface="Arial"/>
                <a:cs typeface="Arial"/>
              </a:rPr>
              <a:t>Diseñar la mediación</a:t>
            </a:r>
          </a:p>
        </p:txBody>
      </p:sp>
      <p:sp>
        <p:nvSpPr>
          <p:cNvPr id="18" name="">
            <a:extLst xmlns:a="http://schemas.openxmlformats.org/drawingml/2006/main">
              <a:ext uri="{FF2B5EF4-FFF2-40B4-BE49-F238E27FC236}">
                <a16:creationId xmlns:a16="http://schemas.microsoft.com/office/drawing/2014/main" id="{A85116AB-0712-47F3-9279-1F2CA7606C0F}"/>
              </a:ext>
            </a:extLst>
          </p:cNvPr>
          <p:cNvSpPr>
            <a:spLocks xmlns:a="http://schemas.openxmlformats.org/drawingml/2006/main" noGrp="1"/>
          </p:cNvSpPr>
          <p:nvPr/>
        </p:nvSpPr>
        <p:spPr>
          <a:xfrm xmlns:a="http://schemas.openxmlformats.org/drawingml/2006/main">
            <a:off x="6762750" y="4953000"/>
            <a:ext cx="4333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875" b="0">
                <a:solidFill>
                  <a:srgbClr val="5D4A4D"/>
                </a:solidFill>
                <a:latin typeface="Arial"/>
                <a:ea typeface="Arial"/>
                <a:cs typeface="Arial"/>
              </a:defRPr>
            </a:pPr>
            <a:r>
              <a:rPr sz="1875" b="0">
                <a:solidFill>
                  <a:srgbClr val="5D4A4D"/>
                </a:solidFill>
                <a:latin typeface="Arial"/>
                <a:ea typeface="Arial"/>
                <a:cs typeface="Arial"/>
              </a:rPr>
              <a:t>Traducir principios en reglas y pautas para una guía conversacional.</a:t>
            </a:r>
          </a:p>
        </p:txBody>
      </p:sp>
      <p:sp>
        <p:nvSpPr>
          <p:cNvPr id="19" name="">
            <a:extLst xmlns:a="http://schemas.openxmlformats.org/drawingml/2006/main">
              <a:ext uri="{FF2B5EF4-FFF2-40B4-BE49-F238E27FC236}">
                <a16:creationId xmlns:a16="http://schemas.microsoft.com/office/drawing/2014/main" id="{F9429BFD-E551-4BFC-B150-8B87D54B3536}"/>
              </a:ext>
            </a:extLst>
          </p:cNvPr>
          <p:cNvSpPr>
            <a:spLocks xmlns:a="http://schemas.openxmlformats.org/drawingml/2006/main" noGrp="1"/>
          </p:cNvSpPr>
          <p:nvPr/>
        </p:nvSpPr>
        <p:spPr>
          <a:xfrm xmlns:a="http://schemas.openxmlformats.org/drawingml/2006/main">
            <a:off x="11334750" y="4476750"/>
            <a:ext cx="666750" cy="0"/>
          </a:xfrm>
          <a:prstGeom xmlns:a="http://schemas.openxmlformats.org/drawingml/2006/main" prst="line">
            <a:avLst/>
          </a:prstGeom>
          <a:noFill xmlns:a="http://schemas.openxmlformats.org/drawingml/2006/main"/>
          <a:ln xmlns:a="http://schemas.openxmlformats.org/drawingml/2006/main" w="28575">
            <a:solidFill>
              <a:srgbClr val="8D7A7D"/>
            </a:solidFill>
            <a:prstDash val="solid"/>
          </a:ln>
        </p:spPr>
      </p:sp>
      <p:sp>
        <p:nvSpPr>
          <p:cNvPr id="20" name="">
            <a:extLst xmlns:a="http://schemas.openxmlformats.org/drawingml/2006/main">
              <a:ext uri="{FF2B5EF4-FFF2-40B4-BE49-F238E27FC236}">
                <a16:creationId xmlns:a16="http://schemas.microsoft.com/office/drawing/2014/main" id="{3A588C93-839E-4A8F-8C24-F72F37177D3D}"/>
              </a:ext>
            </a:extLst>
          </p:cNvPr>
          <p:cNvSpPr>
            <a:spLocks xmlns:a="http://schemas.openxmlformats.org/drawingml/2006/main" noGrp="1"/>
          </p:cNvSpPr>
          <p:nvPr/>
        </p:nvSpPr>
        <p:spPr>
          <a:xfrm xmlns:a="http://schemas.openxmlformats.org/drawingml/2006/main">
            <a:off x="11944350" y="4191000"/>
            <a:ext cx="38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51"/>
          </a:bodyPr>
          <a:lstStyle xmlns:a="http://schemas.openxmlformats.org/drawingml/2006/main"/>
          <a:p xmlns:a="http://schemas.openxmlformats.org/drawingml/2006/main">
            <a:pPr algn="l">
              <a:lnSpc>
                <a:spcPct val="108000"/>
              </a:lnSpc>
              <a:buNone/>
              <a:defRPr sz="3600" b="1">
                <a:solidFill>
                  <a:srgbClr val="8D7A7D"/>
                </a:solidFill>
                <a:latin typeface="Arial"/>
                <a:ea typeface="Arial"/>
                <a:cs typeface="Arial"/>
              </a:defRPr>
            </a:pPr>
            <a:r>
              <a:rPr sz="3600" b="1">
                <a:solidFill>
                  <a:srgbClr val="8D7A7D"/>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447F1024-941E-490D-AA68-68CCA4E6AD16}"/>
              </a:ext>
            </a:extLst>
          </p:cNvPr>
          <p:cNvSpPr>
            <a:spLocks xmlns:a="http://schemas.openxmlformats.org/drawingml/2006/main" noGrp="1"/>
          </p:cNvSpPr>
          <p:nvPr/>
        </p:nvSpPr>
        <p:spPr>
          <a:xfrm xmlns:a="http://schemas.openxmlformats.org/drawingml/2006/main">
            <a:off x="12287250" y="3143250"/>
            <a:ext cx="1143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316"/>
          </a:bodyPr>
          <a:lstStyle xmlns:a="http://schemas.openxmlformats.org/drawingml/2006/main"/>
          <a:p xmlns:a="http://schemas.openxmlformats.org/drawingml/2006/main">
            <a:pPr algn="l">
              <a:lnSpc>
                <a:spcPct val="108000"/>
              </a:lnSpc>
              <a:buNone/>
              <a:defRPr sz="5100" b="1">
                <a:solidFill>
                  <a:srgbClr val="9A7200"/>
                </a:solidFill>
                <a:latin typeface="Arial"/>
                <a:ea typeface="Arial"/>
                <a:cs typeface="Arial"/>
              </a:defRPr>
            </a:pPr>
            <a:r>
              <a:rPr sz="5100" b="1">
                <a:solidFill>
                  <a:srgbClr val="9A7200"/>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BDB6506E-4790-424A-8C43-8DEFFBA9F7C2}"/>
              </a:ext>
            </a:extLst>
          </p:cNvPr>
          <p:cNvSpPr>
            <a:spLocks xmlns:a="http://schemas.openxmlformats.org/drawingml/2006/main" noGrp="1"/>
          </p:cNvSpPr>
          <p:nvPr/>
        </p:nvSpPr>
        <p:spPr>
          <a:xfrm xmlns:a="http://schemas.openxmlformats.org/drawingml/2006/main">
            <a:off x="12287250" y="4057650"/>
            <a:ext cx="4286250" cy="0"/>
          </a:xfrm>
          <a:prstGeom xmlns:a="http://schemas.openxmlformats.org/drawingml/2006/main" prst="line">
            <a:avLst/>
          </a:prstGeom>
          <a:noFill xmlns:a="http://schemas.openxmlformats.org/drawingml/2006/main"/>
          <a:ln xmlns:a="http://schemas.openxmlformats.org/drawingml/2006/main" w="47625">
            <a:solidFill>
              <a:srgbClr val="9A7200"/>
            </a:solidFill>
            <a:prstDash val="solid"/>
          </a:ln>
        </p:spPr>
      </p:sp>
      <p:sp>
        <p:nvSpPr>
          <p:cNvPr id="23" name="">
            <a:extLst xmlns:a="http://schemas.openxmlformats.org/drawingml/2006/main">
              <a:ext uri="{FF2B5EF4-FFF2-40B4-BE49-F238E27FC236}">
                <a16:creationId xmlns:a16="http://schemas.microsoft.com/office/drawing/2014/main" id="{8779278E-013A-4681-B9A1-2B236ED8BA8E}"/>
              </a:ext>
            </a:extLst>
          </p:cNvPr>
          <p:cNvSpPr>
            <a:spLocks xmlns:a="http://schemas.openxmlformats.org/drawingml/2006/main" noGrp="1"/>
          </p:cNvSpPr>
          <p:nvPr/>
        </p:nvSpPr>
        <p:spPr>
          <a:xfrm xmlns:a="http://schemas.openxmlformats.org/drawingml/2006/main">
            <a:off x="12287250" y="4333875"/>
            <a:ext cx="438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400" b="1">
                <a:solidFill>
                  <a:srgbClr val="2C0509"/>
                </a:solidFill>
                <a:latin typeface="Arial"/>
                <a:ea typeface="Arial"/>
                <a:cs typeface="Arial"/>
              </a:defRPr>
            </a:pPr>
            <a:r>
              <a:rPr sz="2400" b="1">
                <a:solidFill>
                  <a:srgbClr val="2C0509"/>
                </a:solidFill>
                <a:latin typeface="Arial"/>
                <a:ea typeface="Arial"/>
                <a:cs typeface="Arial"/>
              </a:rPr>
              <a:t>Comprobar coherencia</a:t>
            </a:r>
          </a:p>
        </p:txBody>
      </p:sp>
      <p:sp>
        <p:nvSpPr>
          <p:cNvPr id="24" name="">
            <a:extLst xmlns:a="http://schemas.openxmlformats.org/drawingml/2006/main">
              <a:ext uri="{FF2B5EF4-FFF2-40B4-BE49-F238E27FC236}">
                <a16:creationId xmlns:a16="http://schemas.microsoft.com/office/drawing/2014/main" id="{E444C35B-477C-4829-A2CD-5BCDDC109334}"/>
              </a:ext>
            </a:extLst>
          </p:cNvPr>
          <p:cNvSpPr>
            <a:spLocks xmlns:a="http://schemas.openxmlformats.org/drawingml/2006/main" noGrp="1"/>
          </p:cNvSpPr>
          <p:nvPr/>
        </p:nvSpPr>
        <p:spPr>
          <a:xfrm xmlns:a="http://schemas.openxmlformats.org/drawingml/2006/main">
            <a:off x="12287250" y="4953000"/>
            <a:ext cx="4333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875" b="0">
                <a:solidFill>
                  <a:srgbClr val="5D4A4D"/>
                </a:solidFill>
                <a:latin typeface="Arial"/>
                <a:ea typeface="Arial"/>
                <a:cs typeface="Arial"/>
              </a:defRPr>
            </a:pPr>
            <a:r>
              <a:rPr sz="1875" b="0">
                <a:solidFill>
                  <a:srgbClr val="5D4A4D"/>
                </a:solidFill>
                <a:latin typeface="Arial"/>
                <a:ea typeface="Arial"/>
                <a:cs typeface="Arial"/>
              </a:rPr>
              <a:t>Simular perfiles y revisar activación, avance y cierre.</a:t>
            </a:r>
          </a:p>
        </p:txBody>
      </p:sp>
      <p:sp>
        <p:nvSpPr>
          <p:cNvPr id="25" name="">
            <a:extLst xmlns:a="http://schemas.openxmlformats.org/drawingml/2006/main">
              <a:ext uri="{FF2B5EF4-FFF2-40B4-BE49-F238E27FC236}">
                <a16:creationId xmlns:a16="http://schemas.microsoft.com/office/drawing/2014/main" id="{8A56452D-AF01-4C45-BD31-F15E79B9CA78}"/>
              </a:ext>
            </a:extLst>
          </p:cNvPr>
          <p:cNvSpPr>
            <a:spLocks xmlns:a="http://schemas.openxmlformats.org/drawingml/2006/main" noGrp="1"/>
          </p:cNvSpPr>
          <p:nvPr/>
        </p:nvSpPr>
        <p:spPr>
          <a:xfrm xmlns:a="http://schemas.openxmlformats.org/drawingml/2006/main">
            <a:off x="1238250" y="7096125"/>
            <a:ext cx="1495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00" b="1">
                <a:solidFill>
                  <a:srgbClr val="460811"/>
                </a:solidFill>
                <a:latin typeface="Arial"/>
                <a:ea typeface="Arial"/>
                <a:cs typeface="Arial"/>
              </a:defRPr>
            </a:pPr>
            <a:r>
              <a:rPr sz="2100" b="1">
                <a:solidFill>
                  <a:srgbClr val="460811"/>
                </a:solidFill>
                <a:latin typeface="Arial"/>
                <a:ea typeface="Arial"/>
                <a:cs typeface="Arial"/>
              </a:rPr>
              <a:t>El modelo se construye y revisa antes de su aplicación con usuarios reales.</a:t>
            </a:r>
          </a:p>
        </p:txBody>
      </p:sp>
    </p:spTree>
    <p:extLst>
      <p:ext uri="{BB962C8B-B14F-4D97-AF65-F5344CB8AC3E}">
        <p14:creationId xmlns:p14="http://schemas.microsoft.com/office/powerpoint/2010/main" val="18274817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f805706d1fa4edc"/>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3984D62-82A0-4683-89CB-BD3B1C0EE114}"/>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4797092-C051-4E7F-8386-7DB1915F91F1}"/>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02 · METODOLOGÍA</a:t>
            </a:r>
          </a:p>
        </p:txBody>
      </p:sp>
      <p:sp>
        <p:nvSpPr>
          <p:cNvPr id="4" name="">
            <a:extLst xmlns:a="http://schemas.openxmlformats.org/drawingml/2006/main">
              <a:ext uri="{FF2B5EF4-FFF2-40B4-BE49-F238E27FC236}">
                <a16:creationId xmlns:a16="http://schemas.microsoft.com/office/drawing/2014/main" id="{5CC1C250-EC09-45EA-B155-0E8C2D573533}"/>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FFC187DA-CE1F-4C46-A818-C8C794C97B4D}"/>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De seis modelos teóricos, dos se complementan</a:t>
            </a:r>
          </a:p>
        </p:txBody>
      </p:sp>
      <p:sp>
        <p:nvSpPr>
          <p:cNvPr id="6" name="">
            <a:extLst xmlns:a="http://schemas.openxmlformats.org/drawingml/2006/main">
              <a:ext uri="{FF2B5EF4-FFF2-40B4-BE49-F238E27FC236}">
                <a16:creationId xmlns:a16="http://schemas.microsoft.com/office/drawing/2014/main" id="{C5C3153D-58F2-4D7D-902A-7AE71F5399AD}"/>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60C80AA7-D5C0-46D7-8ABA-E0D6B491ED1B}"/>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443CA95F-98CD-4284-8BE0-118CE2C6CDFC}"/>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3F2088B9-4D18-465C-B4B1-76F21FD6B303}"/>
              </a:ext>
            </a:extLst>
          </p:cNvPr>
          <p:cNvSpPr>
            <a:spLocks xmlns:a="http://schemas.openxmlformats.org/drawingml/2006/main" noGrp="1"/>
          </p:cNvSpPr>
          <p:nvPr/>
        </p:nvSpPr>
        <p:spPr>
          <a:xfrm xmlns:a="http://schemas.openxmlformats.org/drawingml/2006/main">
            <a:off x="1238250" y="29527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8D7A7D"/>
                </a:solidFill>
                <a:latin typeface="Courier New"/>
                <a:ea typeface="Courier New"/>
                <a:cs typeface="Courier New"/>
              </a:defRPr>
            </a:pPr>
            <a:r>
              <a:rPr sz="1575" b="1">
                <a:solidFill>
                  <a:srgbClr val="8D7A7D"/>
                </a:solidFill>
                <a:latin typeface="Courier New"/>
                <a:ea typeface="Courier New"/>
                <a:cs typeface="Courier New"/>
              </a:rPr>
              <a:t>MODELOS REVISADOS</a:t>
            </a:r>
          </a:p>
        </p:txBody>
      </p:sp>
      <p:sp>
        <p:nvSpPr>
          <p:cNvPr id="10" name="">
            <a:extLst xmlns:a="http://schemas.openxmlformats.org/drawingml/2006/main">
              <a:ext uri="{FF2B5EF4-FFF2-40B4-BE49-F238E27FC236}">
                <a16:creationId xmlns:a16="http://schemas.microsoft.com/office/drawing/2014/main" id="{76BF9EA4-11C3-4CED-A29F-4FFAC9508B65}"/>
              </a:ext>
            </a:extLst>
          </p:cNvPr>
          <p:cNvSpPr>
            <a:spLocks xmlns:a="http://schemas.openxmlformats.org/drawingml/2006/main" noGrp="1"/>
          </p:cNvSpPr>
          <p:nvPr/>
        </p:nvSpPr>
        <p:spPr>
          <a:xfrm xmlns:a="http://schemas.openxmlformats.org/drawingml/2006/main">
            <a:off x="1238250" y="3381375"/>
            <a:ext cx="7429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5000"/>
              </a:lnSpc>
              <a:buNone/>
              <a:defRPr sz="2100" b="0">
                <a:solidFill>
                  <a:srgbClr val="5D4A4D"/>
                </a:solidFill>
                <a:latin typeface="Arial"/>
                <a:ea typeface="Arial"/>
                <a:cs typeface="Arial"/>
              </a:defRPr>
            </a:pPr>
            <a:r>
              <a:rPr sz="2100" b="0">
                <a:solidFill>
                  <a:srgbClr val="5D4A4D"/>
                </a:solidFill>
                <a:latin typeface="Arial"/>
                <a:ea typeface="Arial"/>
                <a:cs typeface="Arial"/>
              </a:rPr>
              <a:t>Flower y Hayes  ·  Schön  ·  Bereiter y Scardamalia</a:t>
            </a:r>
          </a:p>
          <a:p xmlns:a="http://schemas.openxmlformats.org/drawingml/2006/main">
            <a:pPr algn="l">
              <a:lnSpc>
                <a:spcPct val="135000"/>
              </a:lnSpc>
              <a:buNone/>
              <a:defRPr sz="2100" b="0">
                <a:solidFill>
                  <a:srgbClr val="5D4A4D"/>
                </a:solidFill>
                <a:latin typeface="Arial"/>
                <a:ea typeface="Arial"/>
                <a:cs typeface="Arial"/>
              </a:defRPr>
            </a:pPr>
            <a:r>
              <a:rPr sz="2100" b="0">
                <a:solidFill>
                  <a:srgbClr val="5D4A4D"/>
                </a:solidFill>
                <a:latin typeface="Arial"/>
                <a:ea typeface="Arial"/>
                <a:cs typeface="Arial"/>
              </a:rPr>
              <a:t>Kellogg  ·  Zimmerman  ·  Didactext</a:t>
            </a:r>
          </a:p>
        </p:txBody>
      </p:sp>
      <p:sp>
        <p:nvSpPr>
          <p:cNvPr id="11" name="">
            <a:extLst xmlns:a="http://schemas.openxmlformats.org/drawingml/2006/main">
              <a:ext uri="{FF2B5EF4-FFF2-40B4-BE49-F238E27FC236}">
                <a16:creationId xmlns:a16="http://schemas.microsoft.com/office/drawing/2014/main" id="{7A3EABBE-6BA1-4BDA-9FFA-787F371CDD41}"/>
              </a:ext>
            </a:extLst>
          </p:cNvPr>
          <p:cNvSpPr>
            <a:spLocks xmlns:a="http://schemas.openxmlformats.org/drawingml/2006/main" noGrp="1"/>
          </p:cNvSpPr>
          <p:nvPr/>
        </p:nvSpPr>
        <p:spPr>
          <a:xfrm xmlns:a="http://schemas.openxmlformats.org/drawingml/2006/main">
            <a:off x="9048750" y="2952750"/>
            <a:ext cx="0" cy="3810000"/>
          </a:xfrm>
          <a:prstGeom xmlns:a="http://schemas.openxmlformats.org/drawingml/2006/main" prst="line">
            <a:avLst/>
          </a:prstGeom>
          <a:noFill xmlns:a="http://schemas.openxmlformats.org/drawingml/2006/main"/>
          <a:ln xmlns:a="http://schemas.openxmlformats.org/drawingml/2006/main" w="19050">
            <a:solidFill>
              <a:srgbClr val="E4DADB"/>
            </a:solidFill>
            <a:prstDash val="solid"/>
          </a:ln>
        </p:spPr>
      </p:sp>
      <p:sp>
        <p:nvSpPr>
          <p:cNvPr id="12" name="">
            <a:extLst xmlns:a="http://schemas.openxmlformats.org/drawingml/2006/main">
              <a:ext uri="{FF2B5EF4-FFF2-40B4-BE49-F238E27FC236}">
                <a16:creationId xmlns:a16="http://schemas.microsoft.com/office/drawing/2014/main" id="{338AF44C-5313-4A3F-B5B6-6FBDBD5D2459}"/>
              </a:ext>
            </a:extLst>
          </p:cNvPr>
          <p:cNvSpPr>
            <a:spLocks xmlns:a="http://schemas.openxmlformats.org/drawingml/2006/main" noGrp="1"/>
          </p:cNvSpPr>
          <p:nvPr/>
        </p:nvSpPr>
        <p:spPr>
          <a:xfrm xmlns:a="http://schemas.openxmlformats.org/drawingml/2006/main">
            <a:off x="9810750" y="3048000"/>
            <a:ext cx="619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925" b="1">
                <a:solidFill>
                  <a:srgbClr val="460811"/>
                </a:solidFill>
                <a:latin typeface="Arial"/>
                <a:ea typeface="Arial"/>
                <a:cs typeface="Arial"/>
              </a:defRPr>
            </a:pPr>
            <a:r>
              <a:rPr sz="2925" b="1">
                <a:solidFill>
                  <a:srgbClr val="460811"/>
                </a:solidFill>
                <a:latin typeface="Arial"/>
                <a:ea typeface="Arial"/>
                <a:cs typeface="Arial"/>
              </a:rPr>
              <a:t>Flower y Hayes</a:t>
            </a:r>
          </a:p>
        </p:txBody>
      </p:sp>
      <p:sp>
        <p:nvSpPr>
          <p:cNvPr id="13" name="">
            <a:extLst xmlns:a="http://schemas.openxmlformats.org/drawingml/2006/main">
              <a:ext uri="{FF2B5EF4-FFF2-40B4-BE49-F238E27FC236}">
                <a16:creationId xmlns:a16="http://schemas.microsoft.com/office/drawing/2014/main" id="{1188C4F5-F07C-4265-B195-57D9B9FBE7F7}"/>
              </a:ext>
            </a:extLst>
          </p:cNvPr>
          <p:cNvSpPr>
            <a:spLocks xmlns:a="http://schemas.openxmlformats.org/drawingml/2006/main" noGrp="1"/>
          </p:cNvSpPr>
          <p:nvPr/>
        </p:nvSpPr>
        <p:spPr>
          <a:xfrm xmlns:a="http://schemas.openxmlformats.org/drawingml/2006/main">
            <a:off x="9810750" y="3638550"/>
            <a:ext cx="6286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2025" b="0">
                <a:solidFill>
                  <a:srgbClr val="5D4A4D"/>
                </a:solidFill>
                <a:latin typeface="Arial"/>
                <a:ea typeface="Arial"/>
                <a:cs typeface="Arial"/>
              </a:defRPr>
            </a:pPr>
            <a:r>
              <a:rPr sz="2025" b="0">
                <a:solidFill>
                  <a:srgbClr val="5D4A4D"/>
                </a:solidFill>
                <a:latin typeface="Arial"/>
                <a:ea typeface="Arial"/>
                <a:cs typeface="Arial"/>
              </a:rPr>
              <a:t>Organizan la escritura como un proceso recursivo: planear, redactar y revisar.</a:t>
            </a:r>
          </a:p>
        </p:txBody>
      </p:sp>
      <p:sp>
        <p:nvSpPr>
          <p:cNvPr id="14" name="">
            <a:extLst xmlns:a="http://schemas.openxmlformats.org/drawingml/2006/main">
              <a:ext uri="{FF2B5EF4-FFF2-40B4-BE49-F238E27FC236}">
                <a16:creationId xmlns:a16="http://schemas.microsoft.com/office/drawing/2014/main" id="{999DC99A-7B79-45FE-AC22-7BE7A484643D}"/>
              </a:ext>
            </a:extLst>
          </p:cNvPr>
          <p:cNvSpPr>
            <a:spLocks xmlns:a="http://schemas.openxmlformats.org/drawingml/2006/main" noGrp="1"/>
          </p:cNvSpPr>
          <p:nvPr/>
        </p:nvSpPr>
        <p:spPr>
          <a:xfrm xmlns:a="http://schemas.openxmlformats.org/drawingml/2006/main">
            <a:off x="9810750" y="4933950"/>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925" b="1">
                <a:solidFill>
                  <a:srgbClr val="C9101B"/>
                </a:solidFill>
                <a:latin typeface="Arial"/>
                <a:ea typeface="Arial"/>
                <a:cs typeface="Arial"/>
              </a:defRPr>
            </a:pPr>
            <a:r>
              <a:rPr sz="2925" b="1">
                <a:solidFill>
                  <a:srgbClr val="C9101B"/>
                </a:solidFill>
                <a:latin typeface="Arial"/>
                <a:ea typeface="Arial"/>
                <a:cs typeface="Arial"/>
              </a:rPr>
              <a:t>Schön</a:t>
            </a:r>
          </a:p>
        </p:txBody>
      </p:sp>
      <p:sp>
        <p:nvSpPr>
          <p:cNvPr id="15" name="">
            <a:extLst xmlns:a="http://schemas.openxmlformats.org/drawingml/2006/main">
              <a:ext uri="{FF2B5EF4-FFF2-40B4-BE49-F238E27FC236}">
                <a16:creationId xmlns:a16="http://schemas.microsoft.com/office/drawing/2014/main" id="{9EADD5D8-6FCC-48C4-8B52-0415292C85AD}"/>
              </a:ext>
            </a:extLst>
          </p:cNvPr>
          <p:cNvSpPr>
            <a:spLocks xmlns:a="http://schemas.openxmlformats.org/drawingml/2006/main" noGrp="1"/>
          </p:cNvSpPr>
          <p:nvPr/>
        </p:nvSpPr>
        <p:spPr>
          <a:xfrm xmlns:a="http://schemas.openxmlformats.org/drawingml/2006/main">
            <a:off x="9810750" y="5514975"/>
            <a:ext cx="6286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2025" b="0">
                <a:solidFill>
                  <a:srgbClr val="5D4A4D"/>
                </a:solidFill>
                <a:latin typeface="Arial"/>
                <a:ea typeface="Arial"/>
                <a:cs typeface="Arial"/>
              </a:defRPr>
            </a:pPr>
            <a:r>
              <a:rPr sz="2025" b="0">
                <a:solidFill>
                  <a:srgbClr val="5D4A4D"/>
                </a:solidFill>
                <a:latin typeface="Arial"/>
                <a:ea typeface="Arial"/>
                <a:cs typeface="Arial"/>
              </a:rPr>
              <a:t>Aporta la reflexión mientras se actúa: pensar sobre lo que se escribe durante el proceso.</a:t>
            </a:r>
          </a:p>
        </p:txBody>
      </p:sp>
      <p:sp>
        <p:nvSpPr>
          <p:cNvPr id="16" name="">
            <a:extLst xmlns:a="http://schemas.openxmlformats.org/drawingml/2006/main">
              <a:ext uri="{FF2B5EF4-FFF2-40B4-BE49-F238E27FC236}">
                <a16:creationId xmlns:a16="http://schemas.microsoft.com/office/drawing/2014/main" id="{9A5D6AA8-C1BE-45A9-95E8-DAD2F4622FC1}"/>
              </a:ext>
            </a:extLst>
          </p:cNvPr>
          <p:cNvSpPr>
            <a:spLocks xmlns:a="http://schemas.openxmlformats.org/drawingml/2006/main" noGrp="1"/>
          </p:cNvSpPr>
          <p:nvPr/>
        </p:nvSpPr>
        <p:spPr>
          <a:xfrm xmlns:a="http://schemas.openxmlformats.org/drawingml/2006/main">
            <a:off x="1238250" y="7239000"/>
            <a:ext cx="15049500" cy="19050"/>
          </a:xfrm>
          <a:prstGeom xmlns:a="http://schemas.openxmlformats.org/drawingml/2006/main" prst="rect">
            <a:avLst/>
          </a:prstGeom>
          <a:solidFill xmlns:a="http://schemas.openxmlformats.org/drawingml/2006/main">
            <a:srgbClr val="F5C21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F2FBEE3-A572-4DB6-855A-1E76446521D1}"/>
              </a:ext>
            </a:extLst>
          </p:cNvPr>
          <p:cNvSpPr>
            <a:spLocks xmlns:a="http://schemas.openxmlformats.org/drawingml/2006/main" noGrp="1"/>
          </p:cNvSpPr>
          <p:nvPr/>
        </p:nvSpPr>
        <p:spPr>
          <a:xfrm xmlns:a="http://schemas.openxmlformats.org/drawingml/2006/main">
            <a:off x="1238250" y="7524750"/>
            <a:ext cx="1504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2C0509"/>
                </a:solidFill>
                <a:latin typeface="Arial"/>
                <a:ea typeface="Arial"/>
                <a:cs typeface="Arial"/>
              </a:defRPr>
            </a:pPr>
            <a:r>
              <a:rPr sz="2025" b="1">
                <a:solidFill>
                  <a:srgbClr val="2C0509"/>
                </a:solidFill>
                <a:latin typeface="Arial"/>
                <a:ea typeface="Arial"/>
                <a:cs typeface="Arial"/>
              </a:rPr>
              <a:t>La combinación define cuándo intervenir y cómo mantener el control en manos del autor.</a:t>
            </a:r>
          </a:p>
        </p:txBody>
      </p:sp>
    </p:spTree>
    <p:extLst>
      <p:ext uri="{BB962C8B-B14F-4D97-AF65-F5344CB8AC3E}">
        <p14:creationId xmlns:p14="http://schemas.microsoft.com/office/powerpoint/2010/main" val="3934805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36256a2448a4240"/>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BAC2122-6413-42F8-8899-079E28E591E2}"/>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30D2E1-2B1C-40CD-B233-4ED7163D7197}"/>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02 · METODOLOGÍA</a:t>
            </a:r>
          </a:p>
        </p:txBody>
      </p:sp>
      <p:sp>
        <p:nvSpPr>
          <p:cNvPr id="4" name="">
            <a:extLst xmlns:a="http://schemas.openxmlformats.org/drawingml/2006/main">
              <a:ext uri="{FF2B5EF4-FFF2-40B4-BE49-F238E27FC236}">
                <a16:creationId xmlns:a16="http://schemas.microsoft.com/office/drawing/2014/main" id="{5712151A-CBC6-4785-80F1-896AD8506B46}"/>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8EA18908-6F2F-4A16-8EC6-46EE49B0F02A}"/>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Cuatro principios mantienen la autonomía del autor</a:t>
            </a:r>
          </a:p>
        </p:txBody>
      </p:sp>
      <p:sp>
        <p:nvSpPr>
          <p:cNvPr id="6" name="">
            <a:extLst xmlns:a="http://schemas.openxmlformats.org/drawingml/2006/main">
              <a:ext uri="{FF2B5EF4-FFF2-40B4-BE49-F238E27FC236}">
                <a16:creationId xmlns:a16="http://schemas.microsoft.com/office/drawing/2014/main" id="{5B8FD1F8-98C4-4BCE-8B1E-8CF97DFCAA15}"/>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1D118986-5263-4203-8B8B-31D9C639274C}"/>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5A45E898-4387-4D75-92B8-A506D7EE0B1A}"/>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F5D084AA-00F4-466F-A49D-9370BB8A7A34}"/>
              </a:ext>
            </a:extLst>
          </p:cNvPr>
          <p:cNvSpPr>
            <a:spLocks xmlns:a="http://schemas.openxmlformats.org/drawingml/2006/main" noGrp="1"/>
          </p:cNvSpPr>
          <p:nvPr/>
        </p:nvSpPr>
        <p:spPr>
          <a:xfrm xmlns:a="http://schemas.openxmlformats.org/drawingml/2006/main">
            <a:off x="1238250" y="3143250"/>
            <a:ext cx="1000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600" b="1">
                <a:solidFill>
                  <a:srgbClr val="460811"/>
                </a:solidFill>
                <a:latin typeface="Arial"/>
                <a:ea typeface="Arial"/>
                <a:cs typeface="Arial"/>
              </a:defRPr>
            </a:pPr>
            <a:r>
              <a:rPr sz="3600" b="1">
                <a:solidFill>
                  <a:srgbClr val="460811"/>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D047A69B-B9E3-4CD5-8940-07D98437014D}"/>
              </a:ext>
            </a:extLst>
          </p:cNvPr>
          <p:cNvSpPr>
            <a:spLocks xmlns:a="http://schemas.openxmlformats.org/drawingml/2006/main" noGrp="1"/>
          </p:cNvSpPr>
          <p:nvPr/>
        </p:nvSpPr>
        <p:spPr>
          <a:xfrm xmlns:a="http://schemas.openxmlformats.org/drawingml/2006/main">
            <a:off x="1238250" y="3867150"/>
            <a:ext cx="6762750" cy="0"/>
          </a:xfrm>
          <a:prstGeom xmlns:a="http://schemas.openxmlformats.org/drawingml/2006/main" prst="line">
            <a:avLst/>
          </a:prstGeom>
          <a:noFill xmlns:a="http://schemas.openxmlformats.org/drawingml/2006/main"/>
          <a:ln xmlns:a="http://schemas.openxmlformats.org/drawingml/2006/main" w="38100">
            <a:solidFill>
              <a:srgbClr val="460811"/>
            </a:solidFill>
            <a:prstDash val="solid"/>
          </a:ln>
        </p:spPr>
      </p:sp>
      <p:sp>
        <p:nvSpPr>
          <p:cNvPr id="11" name="">
            <a:extLst xmlns:a="http://schemas.openxmlformats.org/drawingml/2006/main">
              <a:ext uri="{FF2B5EF4-FFF2-40B4-BE49-F238E27FC236}">
                <a16:creationId xmlns:a16="http://schemas.microsoft.com/office/drawing/2014/main" id="{2CE3BDEA-3913-438F-B901-314BB674A472}"/>
              </a:ext>
            </a:extLst>
          </p:cNvPr>
          <p:cNvSpPr>
            <a:spLocks xmlns:a="http://schemas.openxmlformats.org/drawingml/2006/main" noGrp="1"/>
          </p:cNvSpPr>
          <p:nvPr/>
        </p:nvSpPr>
        <p:spPr>
          <a:xfrm xmlns:a="http://schemas.openxmlformats.org/drawingml/2006/main">
            <a:off x="1238250" y="4086225"/>
            <a:ext cx="676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2C0509"/>
                </a:solidFill>
                <a:latin typeface="Arial"/>
                <a:ea typeface="Arial"/>
                <a:cs typeface="Arial"/>
              </a:defRPr>
            </a:pPr>
            <a:r>
              <a:rPr sz="2325" b="1">
                <a:solidFill>
                  <a:srgbClr val="2C0509"/>
                </a:solidFill>
                <a:latin typeface="Arial"/>
                <a:ea typeface="Arial"/>
                <a:cs typeface="Arial"/>
              </a:rPr>
              <a:t>No sustitución</a:t>
            </a:r>
          </a:p>
        </p:txBody>
      </p:sp>
      <p:sp>
        <p:nvSpPr>
          <p:cNvPr id="12" name="">
            <a:extLst xmlns:a="http://schemas.openxmlformats.org/drawingml/2006/main">
              <a:ext uri="{FF2B5EF4-FFF2-40B4-BE49-F238E27FC236}">
                <a16:creationId xmlns:a16="http://schemas.microsoft.com/office/drawing/2014/main" id="{FFD41FBD-9164-46BD-BFAF-981CAD815C44}"/>
              </a:ext>
            </a:extLst>
          </p:cNvPr>
          <p:cNvSpPr>
            <a:spLocks xmlns:a="http://schemas.openxmlformats.org/drawingml/2006/main" noGrp="1"/>
          </p:cNvSpPr>
          <p:nvPr/>
        </p:nvSpPr>
        <p:spPr>
          <a:xfrm xmlns:a="http://schemas.openxmlformats.org/drawingml/2006/main">
            <a:off x="1238250" y="4648200"/>
            <a:ext cx="666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950" b="0">
                <a:solidFill>
                  <a:srgbClr val="5D4A4D"/>
                </a:solidFill>
                <a:latin typeface="Arial"/>
                <a:ea typeface="Arial"/>
                <a:cs typeface="Arial"/>
              </a:defRPr>
            </a:pPr>
            <a:r>
              <a:rPr sz="1950" b="0">
                <a:solidFill>
                  <a:srgbClr val="5D4A4D"/>
                </a:solidFill>
                <a:latin typeface="Arial"/>
                <a:ea typeface="Arial"/>
                <a:cs typeface="Arial"/>
              </a:rPr>
              <a:t>La IA no redacta por la persona.</a:t>
            </a:r>
          </a:p>
        </p:txBody>
      </p:sp>
      <p:sp>
        <p:nvSpPr>
          <p:cNvPr id="13" name="">
            <a:extLst xmlns:a="http://schemas.openxmlformats.org/drawingml/2006/main">
              <a:ext uri="{FF2B5EF4-FFF2-40B4-BE49-F238E27FC236}">
                <a16:creationId xmlns:a16="http://schemas.microsoft.com/office/drawing/2014/main" id="{95B9F9C9-597F-4CD5-9976-ADF76748806C}"/>
              </a:ext>
            </a:extLst>
          </p:cNvPr>
          <p:cNvSpPr>
            <a:spLocks xmlns:a="http://schemas.openxmlformats.org/drawingml/2006/main" noGrp="1"/>
          </p:cNvSpPr>
          <p:nvPr/>
        </p:nvSpPr>
        <p:spPr>
          <a:xfrm xmlns:a="http://schemas.openxmlformats.org/drawingml/2006/main">
            <a:off x="9334500" y="3143250"/>
            <a:ext cx="1000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600" b="1">
                <a:solidFill>
                  <a:srgbClr val="C9101B"/>
                </a:solidFill>
                <a:latin typeface="Arial"/>
                <a:ea typeface="Arial"/>
                <a:cs typeface="Arial"/>
              </a:defRPr>
            </a:pPr>
            <a:r>
              <a:rPr sz="3600" b="1">
                <a:solidFill>
                  <a:srgbClr val="C9101B"/>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6CCC2877-88CA-4167-9C28-B19FCEF777C3}"/>
              </a:ext>
            </a:extLst>
          </p:cNvPr>
          <p:cNvSpPr>
            <a:spLocks xmlns:a="http://schemas.openxmlformats.org/drawingml/2006/main" noGrp="1"/>
          </p:cNvSpPr>
          <p:nvPr/>
        </p:nvSpPr>
        <p:spPr>
          <a:xfrm xmlns:a="http://schemas.openxmlformats.org/drawingml/2006/main">
            <a:off x="9334500" y="3867150"/>
            <a:ext cx="6762750" cy="0"/>
          </a:xfrm>
          <a:prstGeom xmlns:a="http://schemas.openxmlformats.org/drawingml/2006/main" prst="line">
            <a:avLst/>
          </a:prstGeom>
          <a:noFill xmlns:a="http://schemas.openxmlformats.org/drawingml/2006/main"/>
          <a:ln xmlns:a="http://schemas.openxmlformats.org/drawingml/2006/main" w="38100">
            <a:solidFill>
              <a:srgbClr val="C9101B"/>
            </a:solidFill>
            <a:prstDash val="solid"/>
          </a:ln>
        </p:spPr>
      </p:sp>
      <p:sp>
        <p:nvSpPr>
          <p:cNvPr id="15" name="">
            <a:extLst xmlns:a="http://schemas.openxmlformats.org/drawingml/2006/main">
              <a:ext uri="{FF2B5EF4-FFF2-40B4-BE49-F238E27FC236}">
                <a16:creationId xmlns:a16="http://schemas.microsoft.com/office/drawing/2014/main" id="{F53F9143-A649-4164-824B-3C0F7F45A50C}"/>
              </a:ext>
            </a:extLst>
          </p:cNvPr>
          <p:cNvSpPr>
            <a:spLocks xmlns:a="http://schemas.openxmlformats.org/drawingml/2006/main" noGrp="1"/>
          </p:cNvSpPr>
          <p:nvPr/>
        </p:nvSpPr>
        <p:spPr>
          <a:xfrm xmlns:a="http://schemas.openxmlformats.org/drawingml/2006/main">
            <a:off x="9334500" y="4086225"/>
            <a:ext cx="676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2C0509"/>
                </a:solidFill>
                <a:latin typeface="Arial"/>
                <a:ea typeface="Arial"/>
                <a:cs typeface="Arial"/>
              </a:defRPr>
            </a:pPr>
            <a:r>
              <a:rPr sz="2325" b="1">
                <a:solidFill>
                  <a:srgbClr val="2C0509"/>
                </a:solidFill>
                <a:latin typeface="Arial"/>
                <a:ea typeface="Arial"/>
                <a:cs typeface="Arial"/>
              </a:rPr>
              <a:t>Fricción cognitiva productiva</a:t>
            </a:r>
          </a:p>
        </p:txBody>
      </p:sp>
      <p:sp>
        <p:nvSpPr>
          <p:cNvPr id="16" name="">
            <a:extLst xmlns:a="http://schemas.openxmlformats.org/drawingml/2006/main">
              <a:ext uri="{FF2B5EF4-FFF2-40B4-BE49-F238E27FC236}">
                <a16:creationId xmlns:a16="http://schemas.microsoft.com/office/drawing/2014/main" id="{4AF1029D-113C-4F69-8398-C94B6201C204}"/>
              </a:ext>
            </a:extLst>
          </p:cNvPr>
          <p:cNvSpPr>
            <a:spLocks xmlns:a="http://schemas.openxmlformats.org/drawingml/2006/main" noGrp="1"/>
          </p:cNvSpPr>
          <p:nvPr/>
        </p:nvSpPr>
        <p:spPr>
          <a:xfrm xmlns:a="http://schemas.openxmlformats.org/drawingml/2006/main">
            <a:off x="9334500" y="4648200"/>
            <a:ext cx="666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950" b="0">
                <a:solidFill>
                  <a:srgbClr val="5D4A4D"/>
                </a:solidFill>
                <a:latin typeface="Arial"/>
                <a:ea typeface="Arial"/>
                <a:cs typeface="Arial"/>
              </a:defRPr>
            </a:pPr>
            <a:r>
              <a:rPr sz="1950" b="0">
                <a:solidFill>
                  <a:srgbClr val="5D4A4D"/>
                </a:solidFill>
                <a:latin typeface="Arial"/>
                <a:ea typeface="Arial"/>
                <a:cs typeface="Arial"/>
              </a:rPr>
              <a:t>Pausa para pensar sin detener el avance.</a:t>
            </a:r>
          </a:p>
        </p:txBody>
      </p:sp>
      <p:sp>
        <p:nvSpPr>
          <p:cNvPr id="17" name="">
            <a:extLst xmlns:a="http://schemas.openxmlformats.org/drawingml/2006/main">
              <a:ext uri="{FF2B5EF4-FFF2-40B4-BE49-F238E27FC236}">
                <a16:creationId xmlns:a16="http://schemas.microsoft.com/office/drawing/2014/main" id="{40C60A72-9977-432E-9D91-08D7ADEA6F99}"/>
              </a:ext>
            </a:extLst>
          </p:cNvPr>
          <p:cNvSpPr>
            <a:spLocks xmlns:a="http://schemas.openxmlformats.org/drawingml/2006/main" noGrp="1"/>
          </p:cNvSpPr>
          <p:nvPr/>
        </p:nvSpPr>
        <p:spPr>
          <a:xfrm xmlns:a="http://schemas.openxmlformats.org/drawingml/2006/main">
            <a:off x="1238250" y="5572125"/>
            <a:ext cx="1000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600" b="1">
                <a:solidFill>
                  <a:srgbClr val="9A7200"/>
                </a:solidFill>
                <a:latin typeface="Arial"/>
                <a:ea typeface="Arial"/>
                <a:cs typeface="Arial"/>
              </a:defRPr>
            </a:pPr>
            <a:r>
              <a:rPr sz="3600" b="1">
                <a:solidFill>
                  <a:srgbClr val="9A7200"/>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DEA2C30F-3C4E-42DF-B50F-772B5C85CF16}"/>
              </a:ext>
            </a:extLst>
          </p:cNvPr>
          <p:cNvSpPr>
            <a:spLocks xmlns:a="http://schemas.openxmlformats.org/drawingml/2006/main" noGrp="1"/>
          </p:cNvSpPr>
          <p:nvPr/>
        </p:nvSpPr>
        <p:spPr>
          <a:xfrm xmlns:a="http://schemas.openxmlformats.org/drawingml/2006/main">
            <a:off x="1238250" y="6296025"/>
            <a:ext cx="6762750" cy="0"/>
          </a:xfrm>
          <a:prstGeom xmlns:a="http://schemas.openxmlformats.org/drawingml/2006/main" prst="line">
            <a:avLst/>
          </a:prstGeom>
          <a:noFill xmlns:a="http://schemas.openxmlformats.org/drawingml/2006/main"/>
          <a:ln xmlns:a="http://schemas.openxmlformats.org/drawingml/2006/main" w="38100">
            <a:solidFill>
              <a:srgbClr val="9A7200"/>
            </a:solidFill>
            <a:prstDash val="solid"/>
          </a:ln>
        </p:spPr>
      </p:sp>
      <p:sp>
        <p:nvSpPr>
          <p:cNvPr id="19" name="">
            <a:extLst xmlns:a="http://schemas.openxmlformats.org/drawingml/2006/main">
              <a:ext uri="{FF2B5EF4-FFF2-40B4-BE49-F238E27FC236}">
                <a16:creationId xmlns:a16="http://schemas.microsoft.com/office/drawing/2014/main" id="{B737B42D-4B3E-4BC0-89BB-E64DA93A6B5D}"/>
              </a:ext>
            </a:extLst>
          </p:cNvPr>
          <p:cNvSpPr>
            <a:spLocks xmlns:a="http://schemas.openxmlformats.org/drawingml/2006/main" noGrp="1"/>
          </p:cNvSpPr>
          <p:nvPr/>
        </p:nvSpPr>
        <p:spPr>
          <a:xfrm xmlns:a="http://schemas.openxmlformats.org/drawingml/2006/main">
            <a:off x="1238250" y="6515100"/>
            <a:ext cx="676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2C0509"/>
                </a:solidFill>
                <a:latin typeface="Arial"/>
                <a:ea typeface="Arial"/>
                <a:cs typeface="Arial"/>
              </a:defRPr>
            </a:pPr>
            <a:r>
              <a:rPr sz="2325" b="1">
                <a:solidFill>
                  <a:srgbClr val="2C0509"/>
                </a:solidFill>
                <a:latin typeface="Arial"/>
                <a:ea typeface="Arial"/>
                <a:cs typeface="Arial"/>
              </a:rPr>
              <a:t>Activación granular</a:t>
            </a:r>
          </a:p>
        </p:txBody>
      </p:sp>
      <p:sp>
        <p:nvSpPr>
          <p:cNvPr id="20" name="">
            <a:extLst xmlns:a="http://schemas.openxmlformats.org/drawingml/2006/main">
              <a:ext uri="{FF2B5EF4-FFF2-40B4-BE49-F238E27FC236}">
                <a16:creationId xmlns:a16="http://schemas.microsoft.com/office/drawing/2014/main" id="{B56373A0-0B3E-4F98-8212-5D3F9EDF207F}"/>
              </a:ext>
            </a:extLst>
          </p:cNvPr>
          <p:cNvSpPr>
            <a:spLocks xmlns:a="http://schemas.openxmlformats.org/drawingml/2006/main" noGrp="1"/>
          </p:cNvSpPr>
          <p:nvPr/>
        </p:nvSpPr>
        <p:spPr>
          <a:xfrm xmlns:a="http://schemas.openxmlformats.org/drawingml/2006/main">
            <a:off x="1238250" y="7077075"/>
            <a:ext cx="666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950" b="0">
                <a:solidFill>
                  <a:srgbClr val="5D4A4D"/>
                </a:solidFill>
                <a:latin typeface="Arial"/>
                <a:ea typeface="Arial"/>
                <a:cs typeface="Arial"/>
              </a:defRPr>
            </a:pPr>
            <a:r>
              <a:rPr sz="1950" b="0">
                <a:solidFill>
                  <a:srgbClr val="5D4A4D"/>
                </a:solidFill>
                <a:latin typeface="Arial"/>
                <a:ea typeface="Arial"/>
                <a:cs typeface="Arial"/>
              </a:rPr>
              <a:t>Interviene según la etapa de escritura.</a:t>
            </a:r>
          </a:p>
        </p:txBody>
      </p:sp>
      <p:sp>
        <p:nvSpPr>
          <p:cNvPr id="21" name="">
            <a:extLst xmlns:a="http://schemas.openxmlformats.org/drawingml/2006/main">
              <a:ext uri="{FF2B5EF4-FFF2-40B4-BE49-F238E27FC236}">
                <a16:creationId xmlns:a16="http://schemas.microsoft.com/office/drawing/2014/main" id="{C2F4A5FF-17DC-4707-9556-3083EC71005B}"/>
              </a:ext>
            </a:extLst>
          </p:cNvPr>
          <p:cNvSpPr>
            <a:spLocks xmlns:a="http://schemas.openxmlformats.org/drawingml/2006/main" noGrp="1"/>
          </p:cNvSpPr>
          <p:nvPr/>
        </p:nvSpPr>
        <p:spPr>
          <a:xfrm xmlns:a="http://schemas.openxmlformats.org/drawingml/2006/main">
            <a:off x="9334500" y="5572125"/>
            <a:ext cx="1000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600" b="1">
                <a:solidFill>
                  <a:srgbClr val="460811"/>
                </a:solidFill>
                <a:latin typeface="Arial"/>
                <a:ea typeface="Arial"/>
                <a:cs typeface="Arial"/>
              </a:defRPr>
            </a:pPr>
            <a:r>
              <a:rPr sz="3600" b="1">
                <a:solidFill>
                  <a:srgbClr val="460811"/>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5E1E810B-E5A4-4771-9399-E73ED462EA60}"/>
              </a:ext>
            </a:extLst>
          </p:cNvPr>
          <p:cNvSpPr>
            <a:spLocks xmlns:a="http://schemas.openxmlformats.org/drawingml/2006/main" noGrp="1"/>
          </p:cNvSpPr>
          <p:nvPr/>
        </p:nvSpPr>
        <p:spPr>
          <a:xfrm xmlns:a="http://schemas.openxmlformats.org/drawingml/2006/main">
            <a:off x="9334500" y="6296025"/>
            <a:ext cx="6762750" cy="0"/>
          </a:xfrm>
          <a:prstGeom xmlns:a="http://schemas.openxmlformats.org/drawingml/2006/main" prst="line">
            <a:avLst/>
          </a:prstGeom>
          <a:noFill xmlns:a="http://schemas.openxmlformats.org/drawingml/2006/main"/>
          <a:ln xmlns:a="http://schemas.openxmlformats.org/drawingml/2006/main" w="38100">
            <a:solidFill>
              <a:srgbClr val="460811"/>
            </a:solidFill>
            <a:prstDash val="solid"/>
          </a:ln>
        </p:spPr>
      </p:sp>
      <p:sp>
        <p:nvSpPr>
          <p:cNvPr id="23" name="">
            <a:extLst xmlns:a="http://schemas.openxmlformats.org/drawingml/2006/main">
              <a:ext uri="{FF2B5EF4-FFF2-40B4-BE49-F238E27FC236}">
                <a16:creationId xmlns:a16="http://schemas.microsoft.com/office/drawing/2014/main" id="{5A398E1D-049A-428D-9204-7BCA5E61D820}"/>
              </a:ext>
            </a:extLst>
          </p:cNvPr>
          <p:cNvSpPr>
            <a:spLocks xmlns:a="http://schemas.openxmlformats.org/drawingml/2006/main" noGrp="1"/>
          </p:cNvSpPr>
          <p:nvPr/>
        </p:nvSpPr>
        <p:spPr>
          <a:xfrm xmlns:a="http://schemas.openxmlformats.org/drawingml/2006/main">
            <a:off x="9334500" y="6515100"/>
            <a:ext cx="676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2C0509"/>
                </a:solidFill>
                <a:latin typeface="Arial"/>
                <a:ea typeface="Arial"/>
                <a:cs typeface="Arial"/>
              </a:defRPr>
            </a:pPr>
            <a:r>
              <a:rPr sz="2325" b="1">
                <a:solidFill>
                  <a:srgbClr val="2C0509"/>
                </a:solidFill>
                <a:latin typeface="Arial"/>
                <a:ea typeface="Arial"/>
                <a:cs typeface="Arial"/>
              </a:rPr>
              <a:t>Atención pragmática</a:t>
            </a:r>
          </a:p>
        </p:txBody>
      </p:sp>
      <p:sp>
        <p:nvSpPr>
          <p:cNvPr id="24" name="">
            <a:extLst xmlns:a="http://schemas.openxmlformats.org/drawingml/2006/main">
              <a:ext uri="{FF2B5EF4-FFF2-40B4-BE49-F238E27FC236}">
                <a16:creationId xmlns:a16="http://schemas.microsoft.com/office/drawing/2014/main" id="{A36A7ADE-0DBC-4CD7-BE43-775793D3EC91}"/>
              </a:ext>
            </a:extLst>
          </p:cNvPr>
          <p:cNvSpPr>
            <a:spLocks xmlns:a="http://schemas.openxmlformats.org/drawingml/2006/main" noGrp="1"/>
          </p:cNvSpPr>
          <p:nvPr/>
        </p:nvSpPr>
        <p:spPr>
          <a:xfrm xmlns:a="http://schemas.openxmlformats.org/drawingml/2006/main">
            <a:off x="9334500" y="7077075"/>
            <a:ext cx="666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950" b="0">
                <a:solidFill>
                  <a:srgbClr val="5D4A4D"/>
                </a:solidFill>
                <a:latin typeface="Arial"/>
                <a:ea typeface="Arial"/>
                <a:cs typeface="Arial"/>
              </a:defRPr>
            </a:pPr>
            <a:r>
              <a:rPr sz="1950" b="0">
                <a:solidFill>
                  <a:srgbClr val="5D4A4D"/>
                </a:solidFill>
                <a:latin typeface="Arial"/>
                <a:ea typeface="Arial"/>
                <a:cs typeface="Arial"/>
              </a:rPr>
              <a:t>Permite omitir preguntas cuando hay prisa.</a:t>
            </a:r>
          </a:p>
        </p:txBody>
      </p:sp>
    </p:spTree>
    <p:extLst>
      <p:ext uri="{BB962C8B-B14F-4D97-AF65-F5344CB8AC3E}">
        <p14:creationId xmlns:p14="http://schemas.microsoft.com/office/powerpoint/2010/main" val="21052405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d75f908226d4f93"/>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70F2744-A481-41DE-A61E-366D6A06B15F}"/>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D3D0DC8-E182-4D89-AA5E-2A9DDF31F8A4}"/>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02 · METODOLOGÍA</a:t>
            </a:r>
          </a:p>
        </p:txBody>
      </p:sp>
      <p:sp>
        <p:nvSpPr>
          <p:cNvPr id="4" name="">
            <a:extLst xmlns:a="http://schemas.openxmlformats.org/drawingml/2006/main">
              <a:ext uri="{FF2B5EF4-FFF2-40B4-BE49-F238E27FC236}">
                <a16:creationId xmlns:a16="http://schemas.microsoft.com/office/drawing/2014/main" id="{63026F20-6CD0-4491-B5F8-A5E15AB600CA}"/>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EC8BADA2-4E3E-4FA2-968C-92AD5643A766}"/>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La guía traduce esos principios en reglas de conversación</a:t>
            </a:r>
          </a:p>
        </p:txBody>
      </p:sp>
      <p:sp>
        <p:nvSpPr>
          <p:cNvPr id="6" name="">
            <a:extLst xmlns:a="http://schemas.openxmlformats.org/drawingml/2006/main">
              <a:ext uri="{FF2B5EF4-FFF2-40B4-BE49-F238E27FC236}">
                <a16:creationId xmlns:a16="http://schemas.microsoft.com/office/drawing/2014/main" id="{6B234ECD-612D-416C-B4CE-6C829565874E}"/>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E9E6403B-2950-4AD1-A0FE-6F99499EC5A6}"/>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DDCE065E-D596-4A92-8839-7B37B665F2D6}"/>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9C5F143B-20B5-4479-A2A8-072470C7E04C}"/>
              </a:ext>
            </a:extLst>
          </p:cNvPr>
          <p:cNvSpPr>
            <a:spLocks xmlns:a="http://schemas.openxmlformats.org/drawingml/2006/main" noGrp="1"/>
          </p:cNvSpPr>
          <p:nvPr/>
        </p:nvSpPr>
        <p:spPr>
          <a:xfrm xmlns:a="http://schemas.openxmlformats.org/drawingml/2006/main">
            <a:off x="1238250" y="2781300"/>
            <a:ext cx="76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460811"/>
                </a:solidFill>
                <a:latin typeface="Arial"/>
                <a:ea typeface="Arial"/>
                <a:cs typeface="Arial"/>
              </a:defRPr>
            </a:pPr>
            <a:r>
              <a:rPr sz="3150" b="1">
                <a:solidFill>
                  <a:srgbClr val="460811"/>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42D5EBC7-932E-45CE-B345-D7D6B6DEB676}"/>
              </a:ext>
            </a:extLst>
          </p:cNvPr>
          <p:cNvSpPr>
            <a:spLocks xmlns:a="http://schemas.openxmlformats.org/drawingml/2006/main" noGrp="1"/>
          </p:cNvSpPr>
          <p:nvPr/>
        </p:nvSpPr>
        <p:spPr>
          <a:xfrm xmlns:a="http://schemas.openxmlformats.org/drawingml/2006/main">
            <a:off x="2238375" y="28384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60811"/>
                </a:solidFill>
                <a:latin typeface="Courier New"/>
                <a:ea typeface="Courier New"/>
                <a:cs typeface="Courier New"/>
              </a:defRPr>
            </a:pPr>
            <a:r>
              <a:rPr sz="1575" b="1">
                <a:solidFill>
                  <a:srgbClr val="460811"/>
                </a:solidFill>
                <a:latin typeface="Courier New"/>
                <a:ea typeface="Courier New"/>
                <a:cs typeface="Courier New"/>
              </a:rPr>
              <a:t>SEÑAL</a:t>
            </a:r>
          </a:p>
        </p:txBody>
      </p:sp>
      <p:sp>
        <p:nvSpPr>
          <p:cNvPr id="11" name="">
            <a:extLst xmlns:a="http://schemas.openxmlformats.org/drawingml/2006/main">
              <a:ext uri="{FF2B5EF4-FFF2-40B4-BE49-F238E27FC236}">
                <a16:creationId xmlns:a16="http://schemas.microsoft.com/office/drawing/2014/main" id="{E1E5BEA3-6A0C-4A96-B70D-B4BD4C9B5FD5}"/>
              </a:ext>
            </a:extLst>
          </p:cNvPr>
          <p:cNvSpPr>
            <a:spLocks xmlns:a="http://schemas.openxmlformats.org/drawingml/2006/main" noGrp="1"/>
          </p:cNvSpPr>
          <p:nvPr/>
        </p:nvSpPr>
        <p:spPr>
          <a:xfrm xmlns:a="http://schemas.openxmlformats.org/drawingml/2006/main">
            <a:off x="4572000" y="2781300"/>
            <a:ext cx="1133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025" b="0">
                <a:solidFill>
                  <a:srgbClr val="5D4A4D"/>
                </a:solidFill>
                <a:latin typeface="Arial"/>
                <a:ea typeface="Arial"/>
                <a:cs typeface="Arial"/>
              </a:defRPr>
            </a:pPr>
            <a:r>
              <a:rPr sz="2025" b="0">
                <a:solidFill>
                  <a:srgbClr val="5D4A4D"/>
                </a:solidFill>
                <a:latin typeface="Arial"/>
                <a:ea typeface="Arial"/>
                <a:cs typeface="Arial"/>
              </a:rPr>
              <a:t>Bloqueo, repetición, duda o desajuste entre intención y borrador.</a:t>
            </a:r>
          </a:p>
        </p:txBody>
      </p:sp>
      <p:sp>
        <p:nvSpPr>
          <p:cNvPr id="12" name="">
            <a:extLst xmlns:a="http://schemas.openxmlformats.org/drawingml/2006/main">
              <a:ext uri="{FF2B5EF4-FFF2-40B4-BE49-F238E27FC236}">
                <a16:creationId xmlns:a16="http://schemas.microsoft.com/office/drawing/2014/main" id="{01490DBB-6C82-4DB7-B7D7-51A3EB873752}"/>
              </a:ext>
            </a:extLst>
          </p:cNvPr>
          <p:cNvSpPr>
            <a:spLocks xmlns:a="http://schemas.openxmlformats.org/drawingml/2006/main" noGrp="1"/>
          </p:cNvSpPr>
          <p:nvPr/>
        </p:nvSpPr>
        <p:spPr>
          <a:xfrm xmlns:a="http://schemas.openxmlformats.org/drawingml/2006/main">
            <a:off x="2238375" y="3714750"/>
            <a:ext cx="13763625"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13" name="">
            <a:extLst xmlns:a="http://schemas.openxmlformats.org/drawingml/2006/main">
              <a:ext uri="{FF2B5EF4-FFF2-40B4-BE49-F238E27FC236}">
                <a16:creationId xmlns:a16="http://schemas.microsoft.com/office/drawing/2014/main" id="{F5A4E514-5EC8-4C7F-834B-BD9B923E930C}"/>
              </a:ext>
            </a:extLst>
          </p:cNvPr>
          <p:cNvSpPr>
            <a:spLocks xmlns:a="http://schemas.openxmlformats.org/drawingml/2006/main" noGrp="1"/>
          </p:cNvSpPr>
          <p:nvPr/>
        </p:nvSpPr>
        <p:spPr>
          <a:xfrm xmlns:a="http://schemas.openxmlformats.org/drawingml/2006/main">
            <a:off x="1238250" y="4000500"/>
            <a:ext cx="76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C9101B"/>
                </a:solidFill>
                <a:latin typeface="Arial"/>
                <a:ea typeface="Arial"/>
                <a:cs typeface="Arial"/>
              </a:defRPr>
            </a:pPr>
            <a:r>
              <a:rPr sz="3150" b="1">
                <a:solidFill>
                  <a:srgbClr val="C9101B"/>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26D8B07D-7F2B-4F5F-85C3-69B629A65A07}"/>
              </a:ext>
            </a:extLst>
          </p:cNvPr>
          <p:cNvSpPr>
            <a:spLocks xmlns:a="http://schemas.openxmlformats.org/drawingml/2006/main" noGrp="1"/>
          </p:cNvSpPr>
          <p:nvPr/>
        </p:nvSpPr>
        <p:spPr>
          <a:xfrm xmlns:a="http://schemas.openxmlformats.org/drawingml/2006/main">
            <a:off x="2238375" y="4057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C9101B"/>
                </a:solidFill>
                <a:latin typeface="Courier New"/>
                <a:ea typeface="Courier New"/>
                <a:cs typeface="Courier New"/>
              </a:defRPr>
            </a:pPr>
            <a:r>
              <a:rPr sz="1575" b="1">
                <a:solidFill>
                  <a:srgbClr val="C9101B"/>
                </a:solidFill>
                <a:latin typeface="Courier New"/>
                <a:ea typeface="Courier New"/>
                <a:cs typeface="Courier New"/>
              </a:rPr>
              <a:t>PREGUNTA</a:t>
            </a:r>
          </a:p>
        </p:txBody>
      </p:sp>
      <p:sp>
        <p:nvSpPr>
          <p:cNvPr id="15" name="">
            <a:extLst xmlns:a="http://schemas.openxmlformats.org/drawingml/2006/main">
              <a:ext uri="{FF2B5EF4-FFF2-40B4-BE49-F238E27FC236}">
                <a16:creationId xmlns:a16="http://schemas.microsoft.com/office/drawing/2014/main" id="{ECF37116-FB7C-444C-9DA3-F2BDC20A33FB}"/>
              </a:ext>
            </a:extLst>
          </p:cNvPr>
          <p:cNvSpPr>
            <a:spLocks xmlns:a="http://schemas.openxmlformats.org/drawingml/2006/main" noGrp="1"/>
          </p:cNvSpPr>
          <p:nvPr/>
        </p:nvSpPr>
        <p:spPr>
          <a:xfrm xmlns:a="http://schemas.openxmlformats.org/drawingml/2006/main">
            <a:off x="4572000" y="4000500"/>
            <a:ext cx="1133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025" b="0">
                <a:solidFill>
                  <a:srgbClr val="5D4A4D"/>
                </a:solidFill>
                <a:latin typeface="Arial"/>
                <a:ea typeface="Arial"/>
                <a:cs typeface="Arial"/>
              </a:defRPr>
            </a:pPr>
            <a:r>
              <a:rPr sz="2025" b="0">
                <a:solidFill>
                  <a:srgbClr val="5D4A4D"/>
                </a:solidFill>
                <a:latin typeface="Arial"/>
                <a:ea typeface="Arial"/>
                <a:cs typeface="Arial"/>
              </a:rPr>
              <a:t>El asistente retoma palabras del escritor y pregunta.</a:t>
            </a:r>
          </a:p>
        </p:txBody>
      </p:sp>
      <p:sp>
        <p:nvSpPr>
          <p:cNvPr id="16" name="">
            <a:extLst xmlns:a="http://schemas.openxmlformats.org/drawingml/2006/main">
              <a:ext uri="{FF2B5EF4-FFF2-40B4-BE49-F238E27FC236}">
                <a16:creationId xmlns:a16="http://schemas.microsoft.com/office/drawing/2014/main" id="{B48036DD-63EA-4FFF-8110-BCF8FC418DE8}"/>
              </a:ext>
            </a:extLst>
          </p:cNvPr>
          <p:cNvSpPr>
            <a:spLocks xmlns:a="http://schemas.openxmlformats.org/drawingml/2006/main" noGrp="1"/>
          </p:cNvSpPr>
          <p:nvPr/>
        </p:nvSpPr>
        <p:spPr>
          <a:xfrm xmlns:a="http://schemas.openxmlformats.org/drawingml/2006/main">
            <a:off x="2238375" y="4933950"/>
            <a:ext cx="13763625"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17" name="">
            <a:extLst xmlns:a="http://schemas.openxmlformats.org/drawingml/2006/main">
              <a:ext uri="{FF2B5EF4-FFF2-40B4-BE49-F238E27FC236}">
                <a16:creationId xmlns:a16="http://schemas.microsoft.com/office/drawing/2014/main" id="{F4F8B6F4-1A57-4388-B4DB-6BE0051AC26E}"/>
              </a:ext>
            </a:extLst>
          </p:cNvPr>
          <p:cNvSpPr>
            <a:spLocks xmlns:a="http://schemas.openxmlformats.org/drawingml/2006/main" noGrp="1"/>
          </p:cNvSpPr>
          <p:nvPr/>
        </p:nvSpPr>
        <p:spPr>
          <a:xfrm xmlns:a="http://schemas.openxmlformats.org/drawingml/2006/main">
            <a:off x="1238250" y="5219700"/>
            <a:ext cx="76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9A7200"/>
                </a:solidFill>
                <a:latin typeface="Arial"/>
                <a:ea typeface="Arial"/>
                <a:cs typeface="Arial"/>
              </a:defRPr>
            </a:pPr>
            <a:r>
              <a:rPr sz="3150" b="1">
                <a:solidFill>
                  <a:srgbClr val="9A7200"/>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497E7AB3-80F3-44EF-9043-BF5D3D7A581C}"/>
              </a:ext>
            </a:extLst>
          </p:cNvPr>
          <p:cNvSpPr>
            <a:spLocks xmlns:a="http://schemas.openxmlformats.org/drawingml/2006/main" noGrp="1"/>
          </p:cNvSpPr>
          <p:nvPr/>
        </p:nvSpPr>
        <p:spPr>
          <a:xfrm xmlns:a="http://schemas.openxmlformats.org/drawingml/2006/main">
            <a:off x="2238375" y="52768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9A7200"/>
                </a:solidFill>
                <a:latin typeface="Courier New"/>
                <a:ea typeface="Courier New"/>
                <a:cs typeface="Courier New"/>
              </a:defRPr>
            </a:pPr>
            <a:r>
              <a:rPr sz="1575" b="1">
                <a:solidFill>
                  <a:srgbClr val="9A7200"/>
                </a:solidFill>
                <a:latin typeface="Courier New"/>
                <a:ea typeface="Courier New"/>
                <a:cs typeface="Courier New"/>
              </a:rPr>
              <a:t>AVANCE</a:t>
            </a:r>
          </a:p>
        </p:txBody>
      </p:sp>
      <p:sp>
        <p:nvSpPr>
          <p:cNvPr id="19" name="">
            <a:extLst xmlns:a="http://schemas.openxmlformats.org/drawingml/2006/main">
              <a:ext uri="{FF2B5EF4-FFF2-40B4-BE49-F238E27FC236}">
                <a16:creationId xmlns:a16="http://schemas.microsoft.com/office/drawing/2014/main" id="{ACBAF12F-8D0B-4DB3-BC1C-397FC1243AC9}"/>
              </a:ext>
            </a:extLst>
          </p:cNvPr>
          <p:cNvSpPr>
            <a:spLocks xmlns:a="http://schemas.openxmlformats.org/drawingml/2006/main" noGrp="1"/>
          </p:cNvSpPr>
          <p:nvPr/>
        </p:nvSpPr>
        <p:spPr>
          <a:xfrm xmlns:a="http://schemas.openxmlformats.org/drawingml/2006/main">
            <a:off x="4572000" y="5219700"/>
            <a:ext cx="1133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025" b="0">
                <a:solidFill>
                  <a:srgbClr val="5D4A4D"/>
                </a:solidFill>
                <a:latin typeface="Arial"/>
                <a:ea typeface="Arial"/>
                <a:cs typeface="Arial"/>
              </a:defRPr>
            </a:pPr>
            <a:r>
              <a:rPr sz="2025" b="0">
                <a:solidFill>
                  <a:srgbClr val="5D4A4D"/>
                </a:solidFill>
                <a:latin typeface="Arial"/>
                <a:ea typeface="Arial"/>
                <a:cs typeface="Arial"/>
              </a:rPr>
              <a:t>Cambia de fase cuando reconoce la condición correspondiente.</a:t>
            </a:r>
          </a:p>
        </p:txBody>
      </p:sp>
      <p:sp>
        <p:nvSpPr>
          <p:cNvPr id="20" name="">
            <a:extLst xmlns:a="http://schemas.openxmlformats.org/drawingml/2006/main">
              <a:ext uri="{FF2B5EF4-FFF2-40B4-BE49-F238E27FC236}">
                <a16:creationId xmlns:a16="http://schemas.microsoft.com/office/drawing/2014/main" id="{C8722086-16ED-472F-B348-4CB6BA3A2308}"/>
              </a:ext>
            </a:extLst>
          </p:cNvPr>
          <p:cNvSpPr>
            <a:spLocks xmlns:a="http://schemas.openxmlformats.org/drawingml/2006/main" noGrp="1"/>
          </p:cNvSpPr>
          <p:nvPr/>
        </p:nvSpPr>
        <p:spPr>
          <a:xfrm xmlns:a="http://schemas.openxmlformats.org/drawingml/2006/main">
            <a:off x="2238375" y="6153150"/>
            <a:ext cx="13763625"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21" name="">
            <a:extLst xmlns:a="http://schemas.openxmlformats.org/drawingml/2006/main">
              <a:ext uri="{FF2B5EF4-FFF2-40B4-BE49-F238E27FC236}">
                <a16:creationId xmlns:a16="http://schemas.microsoft.com/office/drawing/2014/main" id="{0D6F2CA6-76D1-4E10-ABD7-5F4D85588E77}"/>
              </a:ext>
            </a:extLst>
          </p:cNvPr>
          <p:cNvSpPr>
            <a:spLocks xmlns:a="http://schemas.openxmlformats.org/drawingml/2006/main" noGrp="1"/>
          </p:cNvSpPr>
          <p:nvPr/>
        </p:nvSpPr>
        <p:spPr>
          <a:xfrm xmlns:a="http://schemas.openxmlformats.org/drawingml/2006/main">
            <a:off x="1238250" y="6438900"/>
            <a:ext cx="76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460811"/>
                </a:solidFill>
                <a:latin typeface="Arial"/>
                <a:ea typeface="Arial"/>
                <a:cs typeface="Arial"/>
              </a:defRPr>
            </a:pPr>
            <a:r>
              <a:rPr sz="3150" b="1">
                <a:solidFill>
                  <a:srgbClr val="460811"/>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B4218D95-9F9E-4072-980F-B365D7A5089E}"/>
              </a:ext>
            </a:extLst>
          </p:cNvPr>
          <p:cNvSpPr>
            <a:spLocks xmlns:a="http://schemas.openxmlformats.org/drawingml/2006/main" noGrp="1"/>
          </p:cNvSpPr>
          <p:nvPr/>
        </p:nvSpPr>
        <p:spPr>
          <a:xfrm xmlns:a="http://schemas.openxmlformats.org/drawingml/2006/main">
            <a:off x="2238375" y="6496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60811"/>
                </a:solidFill>
                <a:latin typeface="Courier New"/>
                <a:ea typeface="Courier New"/>
                <a:cs typeface="Courier New"/>
              </a:defRPr>
            </a:pPr>
            <a:r>
              <a:rPr sz="1575" b="1">
                <a:solidFill>
                  <a:srgbClr val="460811"/>
                </a:solidFill>
                <a:latin typeface="Courier New"/>
                <a:ea typeface="Courier New"/>
                <a:cs typeface="Courier New"/>
              </a:rPr>
              <a:t>SALIDA</a:t>
            </a:r>
          </a:p>
        </p:txBody>
      </p:sp>
      <p:sp>
        <p:nvSpPr>
          <p:cNvPr id="23" name="">
            <a:extLst xmlns:a="http://schemas.openxmlformats.org/drawingml/2006/main">
              <a:ext uri="{FF2B5EF4-FFF2-40B4-BE49-F238E27FC236}">
                <a16:creationId xmlns:a16="http://schemas.microsoft.com/office/drawing/2014/main" id="{B88F3277-54DA-4C87-BAE6-CEEFB9AC795C}"/>
              </a:ext>
            </a:extLst>
          </p:cNvPr>
          <p:cNvSpPr>
            <a:spLocks xmlns:a="http://schemas.openxmlformats.org/drawingml/2006/main" noGrp="1"/>
          </p:cNvSpPr>
          <p:nvPr/>
        </p:nvSpPr>
        <p:spPr>
          <a:xfrm xmlns:a="http://schemas.openxmlformats.org/drawingml/2006/main">
            <a:off x="4572000" y="6438900"/>
            <a:ext cx="1133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025" b="0">
                <a:solidFill>
                  <a:srgbClr val="5D4A4D"/>
                </a:solidFill>
                <a:latin typeface="Arial"/>
                <a:ea typeface="Arial"/>
                <a:cs typeface="Arial"/>
              </a:defRPr>
            </a:pPr>
            <a:r>
              <a:rPr sz="2025" b="0">
                <a:solidFill>
                  <a:srgbClr val="5D4A4D"/>
                </a:solidFill>
                <a:latin typeface="Arial"/>
                <a:ea typeface="Arial"/>
                <a:cs typeface="Arial"/>
              </a:rPr>
              <a:t>Si el autor prefiere seguir o cerrar, el sistema respeta esa decisión.</a:t>
            </a:r>
          </a:p>
        </p:txBody>
      </p:sp>
    </p:spTree>
    <p:extLst>
      <p:ext uri="{BB962C8B-B14F-4D97-AF65-F5344CB8AC3E}">
        <p14:creationId xmlns:p14="http://schemas.microsoft.com/office/powerpoint/2010/main" val="15688070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0071533f230b4725"/>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DB119B-FC5C-44A8-999D-571A41571819}"/>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180BBE-02A3-4D77-A26F-1D341EBFB901}"/>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03 · RESULTADOS · MODELO SIN MEDIACIÓN DE IA</a:t>
            </a:r>
          </a:p>
        </p:txBody>
      </p:sp>
      <p:sp>
        <p:nvSpPr>
          <p:cNvPr id="4" name="">
            <a:extLst xmlns:a="http://schemas.openxmlformats.org/drawingml/2006/main">
              <a:ext uri="{FF2B5EF4-FFF2-40B4-BE49-F238E27FC236}">
                <a16:creationId xmlns:a16="http://schemas.microsoft.com/office/drawing/2014/main" id="{D462E729-D891-43A9-8BDD-CACB083BE3CB}"/>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BB5C67F2-5664-4AAE-8124-0FF8E6A26C28}"/>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La escritura avanza con retrocesos y decisiones del autor</a:t>
            </a:r>
          </a:p>
        </p:txBody>
      </p:sp>
      <p:sp>
        <p:nvSpPr>
          <p:cNvPr id="6" name="">
            <a:extLst xmlns:a="http://schemas.openxmlformats.org/drawingml/2006/main">
              <a:ext uri="{FF2B5EF4-FFF2-40B4-BE49-F238E27FC236}">
                <a16:creationId xmlns:a16="http://schemas.microsoft.com/office/drawing/2014/main" id="{04340273-D1C4-4861-8EC8-0D3768B54F8F}"/>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EA896A27-4772-4AF4-875C-E03869689C1D}"/>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9C402BCF-6523-43F5-A8B1-B089D6638C75}"/>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45751E9B-C795-48AB-A392-D1CA9C8B0ED2}"/>
              </a:ext>
            </a:extLst>
          </p:cNvPr>
          <p:cNvSpPr>
            <a:spLocks xmlns:a="http://schemas.openxmlformats.org/drawingml/2006/main" noGrp="1"/>
          </p:cNvSpPr>
          <p:nvPr/>
        </p:nvSpPr>
        <p:spPr>
          <a:xfrm xmlns:a="http://schemas.openxmlformats.org/drawingml/2006/main">
            <a:off x="1190625" y="3238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925" b="1">
                <a:solidFill>
                  <a:srgbClr val="460811"/>
                </a:solidFill>
                <a:latin typeface="Arial"/>
                <a:ea typeface="Arial"/>
                <a:cs typeface="Arial"/>
              </a:defRPr>
            </a:pPr>
            <a:r>
              <a:rPr sz="2925" b="1">
                <a:solidFill>
                  <a:srgbClr val="460811"/>
                </a:solidFill>
                <a:latin typeface="Arial"/>
                <a:ea typeface="Arial"/>
                <a:cs typeface="Arial"/>
              </a:rPr>
              <a:t>P1</a:t>
            </a:r>
          </a:p>
        </p:txBody>
      </p:sp>
      <p:sp>
        <p:nvSpPr>
          <p:cNvPr id="10" name="">
            <a:extLst xmlns:a="http://schemas.openxmlformats.org/drawingml/2006/main">
              <a:ext uri="{FF2B5EF4-FFF2-40B4-BE49-F238E27FC236}">
                <a16:creationId xmlns:a16="http://schemas.microsoft.com/office/drawing/2014/main" id="{5877BBB6-36BD-4B4F-8824-8DD418651913}"/>
              </a:ext>
            </a:extLst>
          </p:cNvPr>
          <p:cNvSpPr>
            <a:spLocks xmlns:a="http://schemas.openxmlformats.org/drawingml/2006/main" noGrp="1"/>
          </p:cNvSpPr>
          <p:nvPr/>
        </p:nvSpPr>
        <p:spPr>
          <a:xfrm xmlns:a="http://schemas.openxmlformats.org/drawingml/2006/main">
            <a:off x="1190625" y="382905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C0509"/>
                </a:solidFill>
                <a:latin typeface="Arial"/>
                <a:ea typeface="Arial"/>
                <a:cs typeface="Arial"/>
              </a:defRPr>
            </a:pPr>
            <a:r>
              <a:rPr sz="1875" b="0">
                <a:solidFill>
                  <a:srgbClr val="2C0509"/>
                </a:solidFill>
                <a:latin typeface="Arial"/>
                <a:ea typeface="Arial"/>
                <a:cs typeface="Arial"/>
              </a:rPr>
              <a:t>Surgen las primeras ideas</a:t>
            </a:r>
          </a:p>
        </p:txBody>
      </p:sp>
      <p:sp>
        <p:nvSpPr>
          <p:cNvPr id="11" name="">
            <a:extLst xmlns:a="http://schemas.openxmlformats.org/drawingml/2006/main">
              <a:ext uri="{FF2B5EF4-FFF2-40B4-BE49-F238E27FC236}">
                <a16:creationId xmlns:a16="http://schemas.microsoft.com/office/drawing/2014/main" id="{3D1245B6-BDDD-4152-A4FC-FE6550644B51}"/>
              </a:ext>
            </a:extLst>
          </p:cNvPr>
          <p:cNvSpPr>
            <a:spLocks xmlns:a="http://schemas.openxmlformats.org/drawingml/2006/main" noGrp="1"/>
          </p:cNvSpPr>
          <p:nvPr/>
        </p:nvSpPr>
        <p:spPr>
          <a:xfrm xmlns:a="http://schemas.openxmlformats.org/drawingml/2006/main">
            <a:off x="1190625" y="4743450"/>
            <a:ext cx="3286125" cy="0"/>
          </a:xfrm>
          <a:prstGeom xmlns:a="http://schemas.openxmlformats.org/drawingml/2006/main" prst="line">
            <a:avLst/>
          </a:prstGeom>
          <a:noFill xmlns:a="http://schemas.openxmlformats.org/drawingml/2006/main"/>
          <a:ln xmlns:a="http://schemas.openxmlformats.org/drawingml/2006/main" w="28575">
            <a:solidFill>
              <a:srgbClr val="460811"/>
            </a:solidFill>
            <a:prstDash val="solid"/>
          </a:ln>
        </p:spPr>
      </p:sp>
      <p:sp>
        <p:nvSpPr>
          <p:cNvPr id="12" name="">
            <a:extLst xmlns:a="http://schemas.openxmlformats.org/drawingml/2006/main">
              <a:ext uri="{FF2B5EF4-FFF2-40B4-BE49-F238E27FC236}">
                <a16:creationId xmlns:a16="http://schemas.microsoft.com/office/drawing/2014/main" id="{42DD41FC-AA6A-4057-9B4C-D35FA321B1F6}"/>
              </a:ext>
            </a:extLst>
          </p:cNvPr>
          <p:cNvSpPr>
            <a:spLocks xmlns:a="http://schemas.openxmlformats.org/drawingml/2006/main" noGrp="1"/>
          </p:cNvSpPr>
          <p:nvPr/>
        </p:nvSpPr>
        <p:spPr>
          <a:xfrm xmlns:a="http://schemas.openxmlformats.org/drawingml/2006/main">
            <a:off x="4524375" y="41910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8D7A7D"/>
                </a:solidFill>
                <a:latin typeface="Arial"/>
                <a:ea typeface="Arial"/>
                <a:cs typeface="Arial"/>
              </a:defRPr>
            </a:pPr>
            <a:r>
              <a:rPr sz="2700" b="1">
                <a:solidFill>
                  <a:srgbClr val="8D7A7D"/>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B3165BA8-448D-4637-89D3-3021F3D9FD80}"/>
              </a:ext>
            </a:extLst>
          </p:cNvPr>
          <p:cNvSpPr>
            <a:spLocks xmlns:a="http://schemas.openxmlformats.org/drawingml/2006/main" noGrp="1"/>
          </p:cNvSpPr>
          <p:nvPr/>
        </p:nvSpPr>
        <p:spPr>
          <a:xfrm xmlns:a="http://schemas.openxmlformats.org/drawingml/2006/main">
            <a:off x="5191125" y="3238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925" b="1">
                <a:solidFill>
                  <a:srgbClr val="C9101B"/>
                </a:solidFill>
                <a:latin typeface="Arial"/>
                <a:ea typeface="Arial"/>
                <a:cs typeface="Arial"/>
              </a:defRPr>
            </a:pPr>
            <a:r>
              <a:rPr sz="2925" b="1">
                <a:solidFill>
                  <a:srgbClr val="C9101B"/>
                </a:solidFill>
                <a:latin typeface="Arial"/>
                <a:ea typeface="Arial"/>
                <a:cs typeface="Arial"/>
              </a:rPr>
              <a:t>P2</a:t>
            </a:r>
          </a:p>
        </p:txBody>
      </p:sp>
      <p:sp>
        <p:nvSpPr>
          <p:cNvPr id="14" name="">
            <a:extLst xmlns:a="http://schemas.openxmlformats.org/drawingml/2006/main">
              <a:ext uri="{FF2B5EF4-FFF2-40B4-BE49-F238E27FC236}">
                <a16:creationId xmlns:a16="http://schemas.microsoft.com/office/drawing/2014/main" id="{EA036417-7102-46F8-930E-EB3FE348D653}"/>
              </a:ext>
            </a:extLst>
          </p:cNvPr>
          <p:cNvSpPr>
            <a:spLocks xmlns:a="http://schemas.openxmlformats.org/drawingml/2006/main" noGrp="1"/>
          </p:cNvSpPr>
          <p:nvPr/>
        </p:nvSpPr>
        <p:spPr>
          <a:xfrm xmlns:a="http://schemas.openxmlformats.org/drawingml/2006/main">
            <a:off x="5191125" y="382905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C0509"/>
                </a:solidFill>
                <a:latin typeface="Arial"/>
                <a:ea typeface="Arial"/>
                <a:cs typeface="Arial"/>
              </a:defRPr>
            </a:pPr>
            <a:r>
              <a:rPr sz="1875" b="0">
                <a:solidFill>
                  <a:srgbClr val="2C0509"/>
                </a:solidFill>
                <a:latin typeface="Arial"/>
                <a:ea typeface="Arial"/>
                <a:cs typeface="Arial"/>
              </a:rPr>
              <a:t>Aparece una duda o bloqueo</a:t>
            </a:r>
          </a:p>
        </p:txBody>
      </p:sp>
      <p:sp>
        <p:nvSpPr>
          <p:cNvPr id="15" name="">
            <a:extLst xmlns:a="http://schemas.openxmlformats.org/drawingml/2006/main">
              <a:ext uri="{FF2B5EF4-FFF2-40B4-BE49-F238E27FC236}">
                <a16:creationId xmlns:a16="http://schemas.microsoft.com/office/drawing/2014/main" id="{7C028A55-C3AC-4CE4-A3DC-FD18FB60EE29}"/>
              </a:ext>
            </a:extLst>
          </p:cNvPr>
          <p:cNvSpPr>
            <a:spLocks xmlns:a="http://schemas.openxmlformats.org/drawingml/2006/main" noGrp="1"/>
          </p:cNvSpPr>
          <p:nvPr/>
        </p:nvSpPr>
        <p:spPr>
          <a:xfrm xmlns:a="http://schemas.openxmlformats.org/drawingml/2006/main">
            <a:off x="5191125" y="4743450"/>
            <a:ext cx="3286125" cy="0"/>
          </a:xfrm>
          <a:prstGeom xmlns:a="http://schemas.openxmlformats.org/drawingml/2006/main" prst="line">
            <a:avLst/>
          </a:prstGeom>
          <a:noFill xmlns:a="http://schemas.openxmlformats.org/drawingml/2006/main"/>
          <a:ln xmlns:a="http://schemas.openxmlformats.org/drawingml/2006/main" w="28575">
            <a:solidFill>
              <a:srgbClr val="C9101B"/>
            </a:solidFill>
            <a:prstDash val="solid"/>
          </a:ln>
        </p:spPr>
      </p:sp>
      <p:sp>
        <p:nvSpPr>
          <p:cNvPr id="16" name="">
            <a:extLst xmlns:a="http://schemas.openxmlformats.org/drawingml/2006/main">
              <a:ext uri="{FF2B5EF4-FFF2-40B4-BE49-F238E27FC236}">
                <a16:creationId xmlns:a16="http://schemas.microsoft.com/office/drawing/2014/main" id="{F97CD8C0-C3BE-4885-BFE1-0E2FFF919F8C}"/>
              </a:ext>
            </a:extLst>
          </p:cNvPr>
          <p:cNvSpPr>
            <a:spLocks xmlns:a="http://schemas.openxmlformats.org/drawingml/2006/main" noGrp="1"/>
          </p:cNvSpPr>
          <p:nvPr/>
        </p:nvSpPr>
        <p:spPr>
          <a:xfrm xmlns:a="http://schemas.openxmlformats.org/drawingml/2006/main">
            <a:off x="8524875" y="41910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8D7A7D"/>
                </a:solidFill>
                <a:latin typeface="Arial"/>
                <a:ea typeface="Arial"/>
                <a:cs typeface="Arial"/>
              </a:defRPr>
            </a:pPr>
            <a:r>
              <a:rPr sz="2700" b="1">
                <a:solidFill>
                  <a:srgbClr val="8D7A7D"/>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EE31A440-08C9-4A46-8278-D48F57B54BEA}"/>
              </a:ext>
            </a:extLst>
          </p:cNvPr>
          <p:cNvSpPr>
            <a:spLocks xmlns:a="http://schemas.openxmlformats.org/drawingml/2006/main" noGrp="1"/>
          </p:cNvSpPr>
          <p:nvPr/>
        </p:nvSpPr>
        <p:spPr>
          <a:xfrm xmlns:a="http://schemas.openxmlformats.org/drawingml/2006/main">
            <a:off x="9191625" y="3238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925" b="1">
                <a:solidFill>
                  <a:srgbClr val="460811"/>
                </a:solidFill>
                <a:latin typeface="Arial"/>
                <a:ea typeface="Arial"/>
                <a:cs typeface="Arial"/>
              </a:defRPr>
            </a:pPr>
            <a:r>
              <a:rPr sz="2925" b="1">
                <a:solidFill>
                  <a:srgbClr val="460811"/>
                </a:solidFill>
                <a:latin typeface="Arial"/>
                <a:ea typeface="Arial"/>
                <a:cs typeface="Arial"/>
              </a:rPr>
              <a:t>P3</a:t>
            </a:r>
          </a:p>
        </p:txBody>
      </p:sp>
      <p:sp>
        <p:nvSpPr>
          <p:cNvPr id="18" name="">
            <a:extLst xmlns:a="http://schemas.openxmlformats.org/drawingml/2006/main">
              <a:ext uri="{FF2B5EF4-FFF2-40B4-BE49-F238E27FC236}">
                <a16:creationId xmlns:a16="http://schemas.microsoft.com/office/drawing/2014/main" id="{E111F492-5DED-422C-B184-1AE9FDCE0B4D}"/>
              </a:ext>
            </a:extLst>
          </p:cNvPr>
          <p:cNvSpPr>
            <a:spLocks xmlns:a="http://schemas.openxmlformats.org/drawingml/2006/main" noGrp="1"/>
          </p:cNvSpPr>
          <p:nvPr/>
        </p:nvSpPr>
        <p:spPr>
          <a:xfrm xmlns:a="http://schemas.openxmlformats.org/drawingml/2006/main">
            <a:off x="9191625" y="382905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C0509"/>
                </a:solidFill>
                <a:latin typeface="Arial"/>
                <a:ea typeface="Arial"/>
                <a:cs typeface="Arial"/>
              </a:defRPr>
            </a:pPr>
            <a:r>
              <a:rPr sz="1875" b="0">
                <a:solidFill>
                  <a:srgbClr val="2C0509"/>
                </a:solidFill>
                <a:latin typeface="Arial"/>
                <a:ea typeface="Arial"/>
                <a:cs typeface="Arial"/>
              </a:rPr>
              <a:t>Se reúnen conceptos</a:t>
            </a:r>
          </a:p>
        </p:txBody>
      </p:sp>
      <p:sp>
        <p:nvSpPr>
          <p:cNvPr id="19" name="">
            <a:extLst xmlns:a="http://schemas.openxmlformats.org/drawingml/2006/main">
              <a:ext uri="{FF2B5EF4-FFF2-40B4-BE49-F238E27FC236}">
                <a16:creationId xmlns:a16="http://schemas.microsoft.com/office/drawing/2014/main" id="{96600825-A853-4684-B4DD-C09614082DB6}"/>
              </a:ext>
            </a:extLst>
          </p:cNvPr>
          <p:cNvSpPr>
            <a:spLocks xmlns:a="http://schemas.openxmlformats.org/drawingml/2006/main" noGrp="1"/>
          </p:cNvSpPr>
          <p:nvPr/>
        </p:nvSpPr>
        <p:spPr>
          <a:xfrm xmlns:a="http://schemas.openxmlformats.org/drawingml/2006/main">
            <a:off x="9191625" y="4743450"/>
            <a:ext cx="3286125" cy="0"/>
          </a:xfrm>
          <a:prstGeom xmlns:a="http://schemas.openxmlformats.org/drawingml/2006/main" prst="line">
            <a:avLst/>
          </a:prstGeom>
          <a:noFill xmlns:a="http://schemas.openxmlformats.org/drawingml/2006/main"/>
          <a:ln xmlns:a="http://schemas.openxmlformats.org/drawingml/2006/main" w="28575">
            <a:solidFill>
              <a:srgbClr val="460811"/>
            </a:solidFill>
            <a:prstDash val="solid"/>
          </a:ln>
        </p:spPr>
      </p:sp>
      <p:sp>
        <p:nvSpPr>
          <p:cNvPr id="20" name="">
            <a:extLst xmlns:a="http://schemas.openxmlformats.org/drawingml/2006/main">
              <a:ext uri="{FF2B5EF4-FFF2-40B4-BE49-F238E27FC236}">
                <a16:creationId xmlns:a16="http://schemas.microsoft.com/office/drawing/2014/main" id="{D4E177C8-65A1-4A59-826D-6C0F7F7F4D19}"/>
              </a:ext>
            </a:extLst>
          </p:cNvPr>
          <p:cNvSpPr>
            <a:spLocks xmlns:a="http://schemas.openxmlformats.org/drawingml/2006/main" noGrp="1"/>
          </p:cNvSpPr>
          <p:nvPr/>
        </p:nvSpPr>
        <p:spPr>
          <a:xfrm xmlns:a="http://schemas.openxmlformats.org/drawingml/2006/main">
            <a:off x="12525375" y="41910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8D7A7D"/>
                </a:solidFill>
                <a:latin typeface="Arial"/>
                <a:ea typeface="Arial"/>
                <a:cs typeface="Arial"/>
              </a:defRPr>
            </a:pPr>
            <a:r>
              <a:rPr sz="2700" b="1">
                <a:solidFill>
                  <a:srgbClr val="8D7A7D"/>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C3F69B8A-7A03-4B7E-9EE2-39CEC62B8E22}"/>
              </a:ext>
            </a:extLst>
          </p:cNvPr>
          <p:cNvSpPr>
            <a:spLocks xmlns:a="http://schemas.openxmlformats.org/drawingml/2006/main" noGrp="1"/>
          </p:cNvSpPr>
          <p:nvPr/>
        </p:nvSpPr>
        <p:spPr>
          <a:xfrm xmlns:a="http://schemas.openxmlformats.org/drawingml/2006/main">
            <a:off x="13192125" y="3238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925" b="1">
                <a:solidFill>
                  <a:srgbClr val="C9101B"/>
                </a:solidFill>
                <a:latin typeface="Arial"/>
                <a:ea typeface="Arial"/>
                <a:cs typeface="Arial"/>
              </a:defRPr>
            </a:pPr>
            <a:r>
              <a:rPr sz="2925" b="1">
                <a:solidFill>
                  <a:srgbClr val="C9101B"/>
                </a:solidFill>
                <a:latin typeface="Arial"/>
                <a:ea typeface="Arial"/>
                <a:cs typeface="Arial"/>
              </a:rPr>
              <a:t>P4</a:t>
            </a:r>
          </a:p>
        </p:txBody>
      </p:sp>
      <p:sp>
        <p:nvSpPr>
          <p:cNvPr id="22" name="">
            <a:extLst xmlns:a="http://schemas.openxmlformats.org/drawingml/2006/main">
              <a:ext uri="{FF2B5EF4-FFF2-40B4-BE49-F238E27FC236}">
                <a16:creationId xmlns:a16="http://schemas.microsoft.com/office/drawing/2014/main" id="{E7E7FF19-D715-4429-9C2A-09BFBC3965F1}"/>
              </a:ext>
            </a:extLst>
          </p:cNvPr>
          <p:cNvSpPr>
            <a:spLocks xmlns:a="http://schemas.openxmlformats.org/drawingml/2006/main" noGrp="1"/>
          </p:cNvSpPr>
          <p:nvPr/>
        </p:nvSpPr>
        <p:spPr>
          <a:xfrm xmlns:a="http://schemas.openxmlformats.org/drawingml/2006/main">
            <a:off x="13192125" y="382905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C0509"/>
                </a:solidFill>
                <a:latin typeface="Arial"/>
                <a:ea typeface="Arial"/>
                <a:cs typeface="Arial"/>
              </a:defRPr>
            </a:pPr>
            <a:r>
              <a:rPr sz="1875" b="0">
                <a:solidFill>
                  <a:srgbClr val="2C0509"/>
                </a:solidFill>
                <a:latin typeface="Arial"/>
                <a:ea typeface="Arial"/>
                <a:cs typeface="Arial"/>
              </a:rPr>
              <a:t>Se organizan las ideas</a:t>
            </a:r>
          </a:p>
        </p:txBody>
      </p:sp>
      <p:sp>
        <p:nvSpPr>
          <p:cNvPr id="23" name="">
            <a:extLst xmlns:a="http://schemas.openxmlformats.org/drawingml/2006/main">
              <a:ext uri="{FF2B5EF4-FFF2-40B4-BE49-F238E27FC236}">
                <a16:creationId xmlns:a16="http://schemas.microsoft.com/office/drawing/2014/main" id="{A20F1EA9-87C7-40EF-B337-1D4516DCE856}"/>
              </a:ext>
            </a:extLst>
          </p:cNvPr>
          <p:cNvSpPr>
            <a:spLocks xmlns:a="http://schemas.openxmlformats.org/drawingml/2006/main" noGrp="1"/>
          </p:cNvSpPr>
          <p:nvPr/>
        </p:nvSpPr>
        <p:spPr>
          <a:xfrm xmlns:a="http://schemas.openxmlformats.org/drawingml/2006/main">
            <a:off x="13192125" y="4743450"/>
            <a:ext cx="3286125" cy="0"/>
          </a:xfrm>
          <a:prstGeom xmlns:a="http://schemas.openxmlformats.org/drawingml/2006/main" prst="line">
            <a:avLst/>
          </a:prstGeom>
          <a:noFill xmlns:a="http://schemas.openxmlformats.org/drawingml/2006/main"/>
          <a:ln xmlns:a="http://schemas.openxmlformats.org/drawingml/2006/main" w="28575">
            <a:solidFill>
              <a:srgbClr val="C9101B"/>
            </a:solidFill>
            <a:prstDash val="solid"/>
          </a:ln>
        </p:spPr>
      </p:sp>
      <p:sp>
        <p:nvSpPr>
          <p:cNvPr id="24" name="">
            <a:extLst xmlns:a="http://schemas.openxmlformats.org/drawingml/2006/main">
              <a:ext uri="{FF2B5EF4-FFF2-40B4-BE49-F238E27FC236}">
                <a16:creationId xmlns:a16="http://schemas.microsoft.com/office/drawing/2014/main" id="{8AD5AF1B-3D69-4358-96E1-59B6CDF37EEF}"/>
              </a:ext>
            </a:extLst>
          </p:cNvPr>
          <p:cNvSpPr>
            <a:spLocks xmlns:a="http://schemas.openxmlformats.org/drawingml/2006/main" noGrp="1"/>
          </p:cNvSpPr>
          <p:nvPr/>
        </p:nvSpPr>
        <p:spPr>
          <a:xfrm xmlns:a="http://schemas.openxmlformats.org/drawingml/2006/main">
            <a:off x="1190625" y="5905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925" b="1">
                <a:solidFill>
                  <a:srgbClr val="460811"/>
                </a:solidFill>
                <a:latin typeface="Arial"/>
                <a:ea typeface="Arial"/>
                <a:cs typeface="Arial"/>
              </a:defRPr>
            </a:pPr>
            <a:r>
              <a:rPr sz="2925" b="1">
                <a:solidFill>
                  <a:srgbClr val="460811"/>
                </a:solidFill>
                <a:latin typeface="Arial"/>
                <a:ea typeface="Arial"/>
                <a:cs typeface="Arial"/>
              </a:rPr>
              <a:t>P5</a:t>
            </a:r>
          </a:p>
        </p:txBody>
      </p:sp>
      <p:sp>
        <p:nvSpPr>
          <p:cNvPr id="25" name="">
            <a:extLst xmlns:a="http://schemas.openxmlformats.org/drawingml/2006/main">
              <a:ext uri="{FF2B5EF4-FFF2-40B4-BE49-F238E27FC236}">
                <a16:creationId xmlns:a16="http://schemas.microsoft.com/office/drawing/2014/main" id="{9BBC071E-24FD-4BBA-89C8-CDD931B2BEFE}"/>
              </a:ext>
            </a:extLst>
          </p:cNvPr>
          <p:cNvSpPr>
            <a:spLocks xmlns:a="http://schemas.openxmlformats.org/drawingml/2006/main" noGrp="1"/>
          </p:cNvSpPr>
          <p:nvPr/>
        </p:nvSpPr>
        <p:spPr>
          <a:xfrm xmlns:a="http://schemas.openxmlformats.org/drawingml/2006/main">
            <a:off x="1190625" y="649605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C0509"/>
                </a:solidFill>
                <a:latin typeface="Arial"/>
                <a:ea typeface="Arial"/>
                <a:cs typeface="Arial"/>
              </a:defRPr>
            </a:pPr>
            <a:r>
              <a:rPr sz="1875" b="0">
                <a:solidFill>
                  <a:srgbClr val="2C0509"/>
                </a:solidFill>
                <a:latin typeface="Arial"/>
                <a:ea typeface="Arial"/>
                <a:cs typeface="Arial"/>
              </a:rPr>
              <a:t>Se aclara el propósito</a:t>
            </a:r>
          </a:p>
        </p:txBody>
      </p:sp>
      <p:sp>
        <p:nvSpPr>
          <p:cNvPr id="26" name="">
            <a:extLst xmlns:a="http://schemas.openxmlformats.org/drawingml/2006/main">
              <a:ext uri="{FF2B5EF4-FFF2-40B4-BE49-F238E27FC236}">
                <a16:creationId xmlns:a16="http://schemas.microsoft.com/office/drawing/2014/main" id="{C86FC9E1-CB6D-4DA7-8D9B-EDA0E08E0335}"/>
              </a:ext>
            </a:extLst>
          </p:cNvPr>
          <p:cNvSpPr>
            <a:spLocks xmlns:a="http://schemas.openxmlformats.org/drawingml/2006/main" noGrp="1"/>
          </p:cNvSpPr>
          <p:nvPr/>
        </p:nvSpPr>
        <p:spPr>
          <a:xfrm xmlns:a="http://schemas.openxmlformats.org/drawingml/2006/main">
            <a:off x="1190625" y="7410450"/>
            <a:ext cx="3286125" cy="0"/>
          </a:xfrm>
          <a:prstGeom xmlns:a="http://schemas.openxmlformats.org/drawingml/2006/main" prst="line">
            <a:avLst/>
          </a:prstGeom>
          <a:noFill xmlns:a="http://schemas.openxmlformats.org/drawingml/2006/main"/>
          <a:ln xmlns:a="http://schemas.openxmlformats.org/drawingml/2006/main" w="28575">
            <a:solidFill>
              <a:srgbClr val="460811"/>
            </a:solidFill>
            <a:prstDash val="solid"/>
          </a:ln>
        </p:spPr>
      </p:sp>
      <p:sp>
        <p:nvSpPr>
          <p:cNvPr id="27" name="">
            <a:extLst xmlns:a="http://schemas.openxmlformats.org/drawingml/2006/main">
              <a:ext uri="{FF2B5EF4-FFF2-40B4-BE49-F238E27FC236}">
                <a16:creationId xmlns:a16="http://schemas.microsoft.com/office/drawing/2014/main" id="{E07F91BF-549D-47AB-B94C-F036A906A4A3}"/>
              </a:ext>
            </a:extLst>
          </p:cNvPr>
          <p:cNvSpPr>
            <a:spLocks xmlns:a="http://schemas.openxmlformats.org/drawingml/2006/main" noGrp="1"/>
          </p:cNvSpPr>
          <p:nvPr/>
        </p:nvSpPr>
        <p:spPr>
          <a:xfrm xmlns:a="http://schemas.openxmlformats.org/drawingml/2006/main">
            <a:off x="4524375" y="68580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8D7A7D"/>
                </a:solidFill>
                <a:latin typeface="Arial"/>
                <a:ea typeface="Arial"/>
                <a:cs typeface="Arial"/>
              </a:defRPr>
            </a:pPr>
            <a:r>
              <a:rPr sz="2700" b="1">
                <a:solidFill>
                  <a:srgbClr val="8D7A7D"/>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8BF48D05-4298-4650-85FA-18198A943591}"/>
              </a:ext>
            </a:extLst>
          </p:cNvPr>
          <p:cNvSpPr>
            <a:spLocks xmlns:a="http://schemas.openxmlformats.org/drawingml/2006/main" noGrp="1"/>
          </p:cNvSpPr>
          <p:nvPr/>
        </p:nvSpPr>
        <p:spPr>
          <a:xfrm xmlns:a="http://schemas.openxmlformats.org/drawingml/2006/main">
            <a:off x="5191125" y="5905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925" b="1">
                <a:solidFill>
                  <a:srgbClr val="C9101B"/>
                </a:solidFill>
                <a:latin typeface="Arial"/>
                <a:ea typeface="Arial"/>
                <a:cs typeface="Arial"/>
              </a:defRPr>
            </a:pPr>
            <a:r>
              <a:rPr sz="2925" b="1">
                <a:solidFill>
                  <a:srgbClr val="C9101B"/>
                </a:solidFill>
                <a:latin typeface="Arial"/>
                <a:ea typeface="Arial"/>
                <a:cs typeface="Arial"/>
              </a:rPr>
              <a:t>P6</a:t>
            </a:r>
          </a:p>
        </p:txBody>
      </p:sp>
      <p:sp>
        <p:nvSpPr>
          <p:cNvPr id="29" name="">
            <a:extLst xmlns:a="http://schemas.openxmlformats.org/drawingml/2006/main">
              <a:ext uri="{FF2B5EF4-FFF2-40B4-BE49-F238E27FC236}">
                <a16:creationId xmlns:a16="http://schemas.microsoft.com/office/drawing/2014/main" id="{F45A491B-5C47-429A-BA29-CDEFC173CEC3}"/>
              </a:ext>
            </a:extLst>
          </p:cNvPr>
          <p:cNvSpPr>
            <a:spLocks xmlns:a="http://schemas.openxmlformats.org/drawingml/2006/main" noGrp="1"/>
          </p:cNvSpPr>
          <p:nvPr/>
        </p:nvSpPr>
        <p:spPr>
          <a:xfrm xmlns:a="http://schemas.openxmlformats.org/drawingml/2006/main">
            <a:off x="5191125" y="649605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C0509"/>
                </a:solidFill>
                <a:latin typeface="Arial"/>
                <a:ea typeface="Arial"/>
                <a:cs typeface="Arial"/>
              </a:defRPr>
            </a:pPr>
            <a:r>
              <a:rPr sz="1875" b="0">
                <a:solidFill>
                  <a:srgbClr val="2C0509"/>
                </a:solidFill>
                <a:latin typeface="Arial"/>
                <a:ea typeface="Arial"/>
                <a:cs typeface="Arial"/>
              </a:rPr>
              <a:t>Se redacta un borrador</a:t>
            </a:r>
          </a:p>
        </p:txBody>
      </p:sp>
      <p:sp>
        <p:nvSpPr>
          <p:cNvPr id="30" name="">
            <a:extLst xmlns:a="http://schemas.openxmlformats.org/drawingml/2006/main">
              <a:ext uri="{FF2B5EF4-FFF2-40B4-BE49-F238E27FC236}">
                <a16:creationId xmlns:a16="http://schemas.microsoft.com/office/drawing/2014/main" id="{72041484-3CE5-449B-AC09-652FAD0EF879}"/>
              </a:ext>
            </a:extLst>
          </p:cNvPr>
          <p:cNvSpPr>
            <a:spLocks xmlns:a="http://schemas.openxmlformats.org/drawingml/2006/main" noGrp="1"/>
          </p:cNvSpPr>
          <p:nvPr/>
        </p:nvSpPr>
        <p:spPr>
          <a:xfrm xmlns:a="http://schemas.openxmlformats.org/drawingml/2006/main">
            <a:off x="5191125" y="7410450"/>
            <a:ext cx="3286125" cy="0"/>
          </a:xfrm>
          <a:prstGeom xmlns:a="http://schemas.openxmlformats.org/drawingml/2006/main" prst="line">
            <a:avLst/>
          </a:prstGeom>
          <a:noFill xmlns:a="http://schemas.openxmlformats.org/drawingml/2006/main"/>
          <a:ln xmlns:a="http://schemas.openxmlformats.org/drawingml/2006/main" w="28575">
            <a:solidFill>
              <a:srgbClr val="C9101B"/>
            </a:solidFill>
            <a:prstDash val="solid"/>
          </a:ln>
        </p:spPr>
      </p:sp>
      <p:sp>
        <p:nvSpPr>
          <p:cNvPr id="31" name="">
            <a:extLst xmlns:a="http://schemas.openxmlformats.org/drawingml/2006/main">
              <a:ext uri="{FF2B5EF4-FFF2-40B4-BE49-F238E27FC236}">
                <a16:creationId xmlns:a16="http://schemas.microsoft.com/office/drawing/2014/main" id="{218E7BDC-F097-4D27-BDBB-2C42AD1D8666}"/>
              </a:ext>
            </a:extLst>
          </p:cNvPr>
          <p:cNvSpPr>
            <a:spLocks xmlns:a="http://schemas.openxmlformats.org/drawingml/2006/main" noGrp="1"/>
          </p:cNvSpPr>
          <p:nvPr/>
        </p:nvSpPr>
        <p:spPr>
          <a:xfrm xmlns:a="http://schemas.openxmlformats.org/drawingml/2006/main">
            <a:off x="8524875" y="68580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8D7A7D"/>
                </a:solidFill>
                <a:latin typeface="Arial"/>
                <a:ea typeface="Arial"/>
                <a:cs typeface="Arial"/>
              </a:defRPr>
            </a:pPr>
            <a:r>
              <a:rPr sz="2700" b="1">
                <a:solidFill>
                  <a:srgbClr val="8D7A7D"/>
                </a:solidFill>
                <a:latin typeface="Arial"/>
                <a:ea typeface="Arial"/>
                <a:cs typeface="Arial"/>
              </a:rPr>
              <a:t>→</a:t>
            </a:r>
          </a:p>
        </p:txBody>
      </p:sp>
      <p:sp>
        <p:nvSpPr>
          <p:cNvPr id="32" name="">
            <a:extLst xmlns:a="http://schemas.openxmlformats.org/drawingml/2006/main">
              <a:ext uri="{FF2B5EF4-FFF2-40B4-BE49-F238E27FC236}">
                <a16:creationId xmlns:a16="http://schemas.microsoft.com/office/drawing/2014/main" id="{C7FDD473-2382-4ACF-B76E-E8395EFC1DBB}"/>
              </a:ext>
            </a:extLst>
          </p:cNvPr>
          <p:cNvSpPr>
            <a:spLocks xmlns:a="http://schemas.openxmlformats.org/drawingml/2006/main" noGrp="1"/>
          </p:cNvSpPr>
          <p:nvPr/>
        </p:nvSpPr>
        <p:spPr>
          <a:xfrm xmlns:a="http://schemas.openxmlformats.org/drawingml/2006/main">
            <a:off x="9191625" y="5905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925" b="1">
                <a:solidFill>
                  <a:srgbClr val="460811"/>
                </a:solidFill>
                <a:latin typeface="Arial"/>
                <a:ea typeface="Arial"/>
                <a:cs typeface="Arial"/>
              </a:defRPr>
            </a:pPr>
            <a:r>
              <a:rPr sz="2925" b="1">
                <a:solidFill>
                  <a:srgbClr val="460811"/>
                </a:solidFill>
                <a:latin typeface="Arial"/>
                <a:ea typeface="Arial"/>
                <a:cs typeface="Arial"/>
              </a:rPr>
              <a:t>P7</a:t>
            </a:r>
          </a:p>
        </p:txBody>
      </p:sp>
      <p:sp>
        <p:nvSpPr>
          <p:cNvPr id="33" name="">
            <a:extLst xmlns:a="http://schemas.openxmlformats.org/drawingml/2006/main">
              <a:ext uri="{FF2B5EF4-FFF2-40B4-BE49-F238E27FC236}">
                <a16:creationId xmlns:a16="http://schemas.microsoft.com/office/drawing/2014/main" id="{F0BA101D-5F77-41F6-AC50-548D44E856F9}"/>
              </a:ext>
            </a:extLst>
          </p:cNvPr>
          <p:cNvSpPr>
            <a:spLocks xmlns:a="http://schemas.openxmlformats.org/drawingml/2006/main" noGrp="1"/>
          </p:cNvSpPr>
          <p:nvPr/>
        </p:nvSpPr>
        <p:spPr>
          <a:xfrm xmlns:a="http://schemas.openxmlformats.org/drawingml/2006/main">
            <a:off x="9191625" y="649605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C0509"/>
                </a:solidFill>
                <a:latin typeface="Arial"/>
                <a:ea typeface="Arial"/>
                <a:cs typeface="Arial"/>
              </a:defRPr>
            </a:pPr>
            <a:r>
              <a:rPr sz="1875" b="0">
                <a:solidFill>
                  <a:srgbClr val="2C0509"/>
                </a:solidFill>
                <a:latin typeface="Arial"/>
                <a:ea typeface="Arial"/>
                <a:cs typeface="Arial"/>
              </a:rPr>
              <a:t>Se relee y compara</a:t>
            </a:r>
          </a:p>
        </p:txBody>
      </p:sp>
      <p:sp>
        <p:nvSpPr>
          <p:cNvPr id="34" name="">
            <a:extLst xmlns:a="http://schemas.openxmlformats.org/drawingml/2006/main">
              <a:ext uri="{FF2B5EF4-FFF2-40B4-BE49-F238E27FC236}">
                <a16:creationId xmlns:a16="http://schemas.microsoft.com/office/drawing/2014/main" id="{A0B34666-9ED4-423A-ADCA-42D023711B05}"/>
              </a:ext>
            </a:extLst>
          </p:cNvPr>
          <p:cNvSpPr>
            <a:spLocks xmlns:a="http://schemas.openxmlformats.org/drawingml/2006/main" noGrp="1"/>
          </p:cNvSpPr>
          <p:nvPr/>
        </p:nvSpPr>
        <p:spPr>
          <a:xfrm xmlns:a="http://schemas.openxmlformats.org/drawingml/2006/main">
            <a:off x="9191625" y="7410450"/>
            <a:ext cx="3286125" cy="0"/>
          </a:xfrm>
          <a:prstGeom xmlns:a="http://schemas.openxmlformats.org/drawingml/2006/main" prst="line">
            <a:avLst/>
          </a:prstGeom>
          <a:noFill xmlns:a="http://schemas.openxmlformats.org/drawingml/2006/main"/>
          <a:ln xmlns:a="http://schemas.openxmlformats.org/drawingml/2006/main" w="28575">
            <a:solidFill>
              <a:srgbClr val="460811"/>
            </a:solidFill>
            <a:prstDash val="solid"/>
          </a:ln>
        </p:spPr>
      </p:sp>
      <p:sp>
        <p:nvSpPr>
          <p:cNvPr id="35" name="">
            <a:extLst xmlns:a="http://schemas.openxmlformats.org/drawingml/2006/main">
              <a:ext uri="{FF2B5EF4-FFF2-40B4-BE49-F238E27FC236}">
                <a16:creationId xmlns:a16="http://schemas.microsoft.com/office/drawing/2014/main" id="{493E9965-12F5-41B7-B2B2-CBAC61D838DF}"/>
              </a:ext>
            </a:extLst>
          </p:cNvPr>
          <p:cNvSpPr>
            <a:spLocks xmlns:a="http://schemas.openxmlformats.org/drawingml/2006/main" noGrp="1"/>
          </p:cNvSpPr>
          <p:nvPr/>
        </p:nvSpPr>
        <p:spPr>
          <a:xfrm xmlns:a="http://schemas.openxmlformats.org/drawingml/2006/main">
            <a:off x="12525375" y="68580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8D7A7D"/>
                </a:solidFill>
                <a:latin typeface="Arial"/>
                <a:ea typeface="Arial"/>
                <a:cs typeface="Arial"/>
              </a:defRPr>
            </a:pPr>
            <a:r>
              <a:rPr sz="2700" b="1">
                <a:solidFill>
                  <a:srgbClr val="8D7A7D"/>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33EEB9D2-65A6-4F2D-82EC-70CFB593A14F}"/>
              </a:ext>
            </a:extLst>
          </p:cNvPr>
          <p:cNvSpPr>
            <a:spLocks xmlns:a="http://schemas.openxmlformats.org/drawingml/2006/main" noGrp="1"/>
          </p:cNvSpPr>
          <p:nvPr/>
        </p:nvSpPr>
        <p:spPr>
          <a:xfrm xmlns:a="http://schemas.openxmlformats.org/drawingml/2006/main">
            <a:off x="13192125" y="5905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925" b="1">
                <a:solidFill>
                  <a:srgbClr val="C9101B"/>
                </a:solidFill>
                <a:latin typeface="Arial"/>
                <a:ea typeface="Arial"/>
                <a:cs typeface="Arial"/>
              </a:defRPr>
            </a:pPr>
            <a:r>
              <a:rPr sz="2925" b="1">
                <a:solidFill>
                  <a:srgbClr val="C9101B"/>
                </a:solidFill>
                <a:latin typeface="Arial"/>
                <a:ea typeface="Arial"/>
                <a:cs typeface="Arial"/>
              </a:rPr>
              <a:t>P8</a:t>
            </a:r>
          </a:p>
        </p:txBody>
      </p:sp>
      <p:sp>
        <p:nvSpPr>
          <p:cNvPr id="37" name="">
            <a:extLst xmlns:a="http://schemas.openxmlformats.org/drawingml/2006/main">
              <a:ext uri="{FF2B5EF4-FFF2-40B4-BE49-F238E27FC236}">
                <a16:creationId xmlns:a16="http://schemas.microsoft.com/office/drawing/2014/main" id="{0B017BF8-F7F7-48E7-9571-0531B0C1844A}"/>
              </a:ext>
            </a:extLst>
          </p:cNvPr>
          <p:cNvSpPr>
            <a:spLocks xmlns:a="http://schemas.openxmlformats.org/drawingml/2006/main" noGrp="1"/>
          </p:cNvSpPr>
          <p:nvPr/>
        </p:nvSpPr>
        <p:spPr>
          <a:xfrm xmlns:a="http://schemas.openxmlformats.org/drawingml/2006/main">
            <a:off x="13192125" y="649605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a:solidFill>
                  <a:srgbClr val="2C0509"/>
                </a:solidFill>
                <a:latin typeface="Arial"/>
                <a:ea typeface="Arial"/>
                <a:cs typeface="Arial"/>
              </a:defRPr>
            </a:pPr>
            <a:r>
              <a:rPr sz="1875" b="0">
                <a:solidFill>
                  <a:srgbClr val="2C0509"/>
                </a:solidFill>
                <a:latin typeface="Arial"/>
                <a:ea typeface="Arial"/>
                <a:cs typeface="Arial"/>
              </a:rPr>
              <a:t>Se reflexiona sobre el proceso</a:t>
            </a:r>
          </a:p>
        </p:txBody>
      </p:sp>
      <p:sp>
        <p:nvSpPr>
          <p:cNvPr id="38" name="">
            <a:extLst xmlns:a="http://schemas.openxmlformats.org/drawingml/2006/main">
              <a:ext uri="{FF2B5EF4-FFF2-40B4-BE49-F238E27FC236}">
                <a16:creationId xmlns:a16="http://schemas.microsoft.com/office/drawing/2014/main" id="{ADD011E0-6F0A-41DA-A201-672C47465C31}"/>
              </a:ext>
            </a:extLst>
          </p:cNvPr>
          <p:cNvSpPr>
            <a:spLocks xmlns:a="http://schemas.openxmlformats.org/drawingml/2006/main" noGrp="1"/>
          </p:cNvSpPr>
          <p:nvPr/>
        </p:nvSpPr>
        <p:spPr>
          <a:xfrm xmlns:a="http://schemas.openxmlformats.org/drawingml/2006/main">
            <a:off x="13192125" y="7410450"/>
            <a:ext cx="3286125" cy="0"/>
          </a:xfrm>
          <a:prstGeom xmlns:a="http://schemas.openxmlformats.org/drawingml/2006/main" prst="line">
            <a:avLst/>
          </a:prstGeom>
          <a:noFill xmlns:a="http://schemas.openxmlformats.org/drawingml/2006/main"/>
          <a:ln xmlns:a="http://schemas.openxmlformats.org/drawingml/2006/main" w="28575">
            <a:solidFill>
              <a:srgbClr val="C9101B"/>
            </a:solidFill>
            <a:prstDash val="solid"/>
          </a:ln>
        </p:spPr>
      </p:sp>
      <p:sp>
        <p:nvSpPr>
          <p:cNvPr id="39" name="">
            <a:extLst xmlns:a="http://schemas.openxmlformats.org/drawingml/2006/main">
              <a:ext uri="{FF2B5EF4-FFF2-40B4-BE49-F238E27FC236}">
                <a16:creationId xmlns:a16="http://schemas.microsoft.com/office/drawing/2014/main" id="{D810CC93-843B-4F9B-914C-DE4578023A65}"/>
              </a:ext>
            </a:extLst>
          </p:cNvPr>
          <p:cNvSpPr>
            <a:spLocks xmlns:a="http://schemas.openxmlformats.org/drawingml/2006/main" noGrp="1"/>
          </p:cNvSpPr>
          <p:nvPr/>
        </p:nvSpPr>
        <p:spPr>
          <a:xfrm xmlns:a="http://schemas.openxmlformats.org/drawingml/2006/main">
            <a:off x="1190625" y="8096250"/>
            <a:ext cx="1514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5D4A4D"/>
                </a:solidFill>
                <a:latin typeface="Arial"/>
                <a:ea typeface="Arial"/>
                <a:cs typeface="Arial"/>
              </a:defRPr>
            </a:pPr>
            <a:r>
              <a:rPr sz="1875" b="1">
                <a:solidFill>
                  <a:srgbClr val="5D4A4D"/>
                </a:solidFill>
                <a:latin typeface="Arial"/>
                <a:ea typeface="Arial"/>
                <a:cs typeface="Arial"/>
              </a:rPr>
              <a:t>La relectura puede devolver al autor a la planificación o al propósito inicial.</a:t>
            </a:r>
          </a:p>
        </p:txBody>
      </p:sp>
    </p:spTree>
    <p:extLst>
      <p:ext uri="{BB962C8B-B14F-4D97-AF65-F5344CB8AC3E}">
        <p14:creationId xmlns:p14="http://schemas.microsoft.com/office/powerpoint/2010/main" val="5253768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f0e1428ca934ccc"/>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DEE264-A307-416D-88CC-B905BCD2C568}"/>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C1D83DA-9259-4F34-B0DB-835CCF7E5972}"/>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03 · RESULTADOS · MODELO INTEGRADO</a:t>
            </a:r>
          </a:p>
        </p:txBody>
      </p:sp>
      <p:sp>
        <p:nvSpPr>
          <p:cNvPr id="4" name="">
            <a:extLst xmlns:a="http://schemas.openxmlformats.org/drawingml/2006/main">
              <a:ext uri="{FF2B5EF4-FFF2-40B4-BE49-F238E27FC236}">
                <a16:creationId xmlns:a16="http://schemas.microsoft.com/office/drawing/2014/main" id="{549C5F91-BB03-4487-9166-9914A36F2002}"/>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A3700591-50B7-4956-AE76-B45D14FB3DD8}"/>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La IA funciona como espejo; el autor conserva las decisiones</a:t>
            </a:r>
          </a:p>
        </p:txBody>
      </p:sp>
      <p:sp>
        <p:nvSpPr>
          <p:cNvPr id="6" name="">
            <a:extLst xmlns:a="http://schemas.openxmlformats.org/drawingml/2006/main">
              <a:ext uri="{FF2B5EF4-FFF2-40B4-BE49-F238E27FC236}">
                <a16:creationId xmlns:a16="http://schemas.microsoft.com/office/drawing/2014/main" id="{942459DB-A317-443A-A5D9-153749614FF4}"/>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CF54F7F2-3CD4-4F8C-A1F0-DED97FBC994D}"/>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64E19ED9-7C80-4743-B4EB-BE7BA9AA7FA8}"/>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006921AC-4B84-499E-B8DA-3E0E264FFF4A}"/>
              </a:ext>
            </a:extLst>
          </p:cNvPr>
          <p:cNvSpPr>
            <a:spLocks xmlns:a="http://schemas.openxmlformats.org/drawingml/2006/main" noGrp="1"/>
          </p:cNvSpPr>
          <p:nvPr/>
        </p:nvSpPr>
        <p:spPr>
          <a:xfrm xmlns:a="http://schemas.openxmlformats.org/drawingml/2006/main">
            <a:off x="5810250" y="3381375"/>
            <a:ext cx="6667500" cy="1352550"/>
          </a:xfrm>
          <a:prstGeom xmlns:a="http://schemas.openxmlformats.org/drawingml/2006/main" prst="rect">
            <a:avLst/>
          </a:prstGeom>
          <a:solidFill xmlns:a="http://schemas.openxmlformats.org/drawingml/2006/main">
            <a:srgbClr val="FAF5F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A9420F1-4F2B-41AB-846A-089A282EABBD}"/>
              </a:ext>
            </a:extLst>
          </p:cNvPr>
          <p:cNvSpPr>
            <a:spLocks xmlns:a="http://schemas.openxmlformats.org/drawingml/2006/main" noGrp="1"/>
          </p:cNvSpPr>
          <p:nvPr/>
        </p:nvSpPr>
        <p:spPr>
          <a:xfrm xmlns:a="http://schemas.openxmlformats.org/drawingml/2006/main">
            <a:off x="5810250" y="3381375"/>
            <a:ext cx="76200" cy="1352550"/>
          </a:xfrm>
          <a:prstGeom xmlns:a="http://schemas.openxmlformats.org/drawingml/2006/main" prst="rect">
            <a:avLst/>
          </a:prstGeom>
          <a:solidFill xmlns:a="http://schemas.openxmlformats.org/drawingml/2006/main">
            <a:srgbClr val="46081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5ED86C0-4687-44B9-BC63-7B0394C70F91}"/>
              </a:ext>
            </a:extLst>
          </p:cNvPr>
          <p:cNvSpPr>
            <a:spLocks xmlns:a="http://schemas.openxmlformats.org/drawingml/2006/main" noGrp="1"/>
          </p:cNvSpPr>
          <p:nvPr/>
        </p:nvSpPr>
        <p:spPr>
          <a:xfrm xmlns:a="http://schemas.openxmlformats.org/drawingml/2006/main">
            <a:off x="6191250" y="360045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700" b="1">
                <a:solidFill>
                  <a:srgbClr val="460811"/>
                </a:solidFill>
                <a:latin typeface="Arial"/>
                <a:ea typeface="Arial"/>
                <a:cs typeface="Arial"/>
              </a:defRPr>
            </a:pPr>
            <a:r>
              <a:rPr sz="2700" b="1">
                <a:solidFill>
                  <a:srgbClr val="460811"/>
                </a:solidFill>
                <a:latin typeface="Arial"/>
                <a:ea typeface="Arial"/>
                <a:cs typeface="Arial"/>
              </a:rPr>
              <a:t>AUTOR</a:t>
            </a:r>
          </a:p>
        </p:txBody>
      </p:sp>
      <p:sp>
        <p:nvSpPr>
          <p:cNvPr id="12" name="">
            <a:extLst xmlns:a="http://schemas.openxmlformats.org/drawingml/2006/main">
              <a:ext uri="{FF2B5EF4-FFF2-40B4-BE49-F238E27FC236}">
                <a16:creationId xmlns:a16="http://schemas.microsoft.com/office/drawing/2014/main" id="{1AE21AA8-519D-4AF7-95F7-3F132FCA2C73}"/>
              </a:ext>
            </a:extLst>
          </p:cNvPr>
          <p:cNvSpPr>
            <a:spLocks xmlns:a="http://schemas.openxmlformats.org/drawingml/2006/main" noGrp="1"/>
          </p:cNvSpPr>
          <p:nvPr/>
        </p:nvSpPr>
        <p:spPr>
          <a:xfrm xmlns:a="http://schemas.openxmlformats.org/drawingml/2006/main">
            <a:off x="6334125" y="4124325"/>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523"/>
          </a:bodyPr>
          <a:lstStyle xmlns:a="http://schemas.openxmlformats.org/drawingml/2006/main"/>
          <a:p xmlns:a="http://schemas.openxmlformats.org/drawingml/2006/main">
            <a:pPr algn="ctr">
              <a:lnSpc>
                <a:spcPct val="108000"/>
              </a:lnSpc>
              <a:buNone/>
              <a:defRPr sz="1800" b="0">
                <a:solidFill>
                  <a:srgbClr val="5D4A4D"/>
                </a:solidFill>
                <a:latin typeface="Arial"/>
                <a:ea typeface="Arial"/>
                <a:cs typeface="Arial"/>
              </a:defRPr>
            </a:pPr>
            <a:r>
              <a:rPr sz="1800" b="0">
                <a:solidFill>
                  <a:srgbClr val="5D4A4D"/>
                </a:solidFill>
                <a:latin typeface="Arial"/>
                <a:ea typeface="Arial"/>
                <a:cs typeface="Arial"/>
              </a:rPr>
              <a:t>Aporta ideas, define metas y decide cuándo avanzar o cerrar.</a:t>
            </a:r>
          </a:p>
        </p:txBody>
      </p:sp>
      <p:sp>
        <p:nvSpPr>
          <p:cNvPr id="13" name="">
            <a:extLst xmlns:a="http://schemas.openxmlformats.org/drawingml/2006/main">
              <a:ext uri="{FF2B5EF4-FFF2-40B4-BE49-F238E27FC236}">
                <a16:creationId xmlns:a16="http://schemas.microsoft.com/office/drawing/2014/main" id="{F44711DF-4C34-4BE1-8D62-36882E057B18}"/>
              </a:ext>
            </a:extLst>
          </p:cNvPr>
          <p:cNvSpPr>
            <a:spLocks xmlns:a="http://schemas.openxmlformats.org/drawingml/2006/main" noGrp="1"/>
          </p:cNvSpPr>
          <p:nvPr/>
        </p:nvSpPr>
        <p:spPr>
          <a:xfrm xmlns:a="http://schemas.openxmlformats.org/drawingml/2006/main">
            <a:off x="1381125" y="3143250"/>
            <a:ext cx="95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50" b="1">
                <a:solidFill>
                  <a:srgbClr val="C9101B"/>
                </a:solidFill>
                <a:latin typeface="Arial"/>
                <a:ea typeface="Arial"/>
                <a:cs typeface="Arial"/>
              </a:defRPr>
            </a:pPr>
            <a:r>
              <a:rPr sz="2850" b="1">
                <a:solidFill>
                  <a:srgbClr val="C9101B"/>
                </a:solidFill>
                <a:latin typeface="Arial"/>
                <a:ea typeface="Arial"/>
                <a:cs typeface="Arial"/>
              </a:rPr>
              <a:t>I1</a:t>
            </a:r>
          </a:p>
        </p:txBody>
      </p:sp>
      <p:sp>
        <p:nvSpPr>
          <p:cNvPr id="14" name="">
            <a:extLst xmlns:a="http://schemas.openxmlformats.org/drawingml/2006/main">
              <a:ext uri="{FF2B5EF4-FFF2-40B4-BE49-F238E27FC236}">
                <a16:creationId xmlns:a16="http://schemas.microsoft.com/office/drawing/2014/main" id="{63C0DE7B-3A83-47EF-AC5B-C17E21436922}"/>
              </a:ext>
            </a:extLst>
          </p:cNvPr>
          <p:cNvSpPr>
            <a:spLocks xmlns:a="http://schemas.openxmlformats.org/drawingml/2006/main" noGrp="1"/>
          </p:cNvSpPr>
          <p:nvPr/>
        </p:nvSpPr>
        <p:spPr>
          <a:xfrm xmlns:a="http://schemas.openxmlformats.org/drawingml/2006/main">
            <a:off x="1381125" y="3695700"/>
            <a:ext cx="3571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2C0509"/>
                </a:solidFill>
                <a:latin typeface="Arial"/>
                <a:ea typeface="Arial"/>
                <a:cs typeface="Arial"/>
              </a:defRPr>
            </a:pPr>
            <a:r>
              <a:rPr sz="2025" b="1">
                <a:solidFill>
                  <a:srgbClr val="2C0509"/>
                </a:solidFill>
                <a:latin typeface="Arial"/>
                <a:ea typeface="Arial"/>
                <a:cs typeface="Arial"/>
              </a:rPr>
              <a:t>Destrabar la generación</a:t>
            </a:r>
          </a:p>
        </p:txBody>
      </p:sp>
      <p:sp>
        <p:nvSpPr>
          <p:cNvPr id="15" name="">
            <a:extLst xmlns:a="http://schemas.openxmlformats.org/drawingml/2006/main">
              <a:ext uri="{FF2B5EF4-FFF2-40B4-BE49-F238E27FC236}">
                <a16:creationId xmlns:a16="http://schemas.microsoft.com/office/drawing/2014/main" id="{69BFC8E8-EEDA-4D25-BFB2-CFD94B9F41E1}"/>
              </a:ext>
            </a:extLst>
          </p:cNvPr>
          <p:cNvSpPr>
            <a:spLocks xmlns:a="http://schemas.openxmlformats.org/drawingml/2006/main" noGrp="1"/>
          </p:cNvSpPr>
          <p:nvPr/>
        </p:nvSpPr>
        <p:spPr>
          <a:xfrm xmlns:a="http://schemas.openxmlformats.org/drawingml/2006/main">
            <a:off x="4857750" y="3467100"/>
            <a:ext cx="85725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16" name="">
            <a:extLst xmlns:a="http://schemas.openxmlformats.org/drawingml/2006/main">
              <a:ext uri="{FF2B5EF4-FFF2-40B4-BE49-F238E27FC236}">
                <a16:creationId xmlns:a16="http://schemas.microsoft.com/office/drawing/2014/main" id="{6550A07B-9455-4A5D-8488-E03F520E5C6C}"/>
              </a:ext>
            </a:extLst>
          </p:cNvPr>
          <p:cNvSpPr>
            <a:spLocks xmlns:a="http://schemas.openxmlformats.org/drawingml/2006/main" noGrp="1"/>
          </p:cNvSpPr>
          <p:nvPr/>
        </p:nvSpPr>
        <p:spPr>
          <a:xfrm xmlns:a="http://schemas.openxmlformats.org/drawingml/2006/main">
            <a:off x="1381125" y="5953125"/>
            <a:ext cx="95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50" b="1">
                <a:solidFill>
                  <a:srgbClr val="460811"/>
                </a:solidFill>
                <a:latin typeface="Arial"/>
                <a:ea typeface="Arial"/>
                <a:cs typeface="Arial"/>
              </a:defRPr>
            </a:pPr>
            <a:r>
              <a:rPr sz="2850" b="1">
                <a:solidFill>
                  <a:srgbClr val="460811"/>
                </a:solidFill>
                <a:latin typeface="Arial"/>
                <a:ea typeface="Arial"/>
                <a:cs typeface="Arial"/>
              </a:rPr>
              <a:t>I2</a:t>
            </a:r>
          </a:p>
        </p:txBody>
      </p:sp>
      <p:sp>
        <p:nvSpPr>
          <p:cNvPr id="17" name="">
            <a:extLst xmlns:a="http://schemas.openxmlformats.org/drawingml/2006/main">
              <a:ext uri="{FF2B5EF4-FFF2-40B4-BE49-F238E27FC236}">
                <a16:creationId xmlns:a16="http://schemas.microsoft.com/office/drawing/2014/main" id="{5129AA8D-89EB-4336-8D75-A24B4971A4E4}"/>
              </a:ext>
            </a:extLst>
          </p:cNvPr>
          <p:cNvSpPr>
            <a:spLocks xmlns:a="http://schemas.openxmlformats.org/drawingml/2006/main" noGrp="1"/>
          </p:cNvSpPr>
          <p:nvPr/>
        </p:nvSpPr>
        <p:spPr>
          <a:xfrm xmlns:a="http://schemas.openxmlformats.org/drawingml/2006/main">
            <a:off x="1381125" y="6505575"/>
            <a:ext cx="3571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2C0509"/>
                </a:solidFill>
                <a:latin typeface="Arial"/>
                <a:ea typeface="Arial"/>
                <a:cs typeface="Arial"/>
              </a:defRPr>
            </a:pPr>
            <a:r>
              <a:rPr sz="2025" b="1">
                <a:solidFill>
                  <a:srgbClr val="2C0509"/>
                </a:solidFill>
                <a:latin typeface="Arial"/>
                <a:ea typeface="Arial"/>
                <a:cs typeface="Arial"/>
              </a:rPr>
              <a:t>Ordenar conceptos</a:t>
            </a:r>
          </a:p>
        </p:txBody>
      </p:sp>
      <p:sp>
        <p:nvSpPr>
          <p:cNvPr id="18" name="">
            <a:extLst xmlns:a="http://schemas.openxmlformats.org/drawingml/2006/main">
              <a:ext uri="{FF2B5EF4-FFF2-40B4-BE49-F238E27FC236}">
                <a16:creationId xmlns:a16="http://schemas.microsoft.com/office/drawing/2014/main" id="{AA97AB3C-6739-4363-8DB6-A61EFD4F1BF3}"/>
              </a:ext>
            </a:extLst>
          </p:cNvPr>
          <p:cNvSpPr>
            <a:spLocks xmlns:a="http://schemas.openxmlformats.org/drawingml/2006/main" noGrp="1"/>
          </p:cNvSpPr>
          <p:nvPr/>
        </p:nvSpPr>
        <p:spPr>
          <a:xfrm xmlns:a="http://schemas.openxmlformats.org/drawingml/2006/main">
            <a:off x="4857750" y="6276975"/>
            <a:ext cx="857250" cy="0"/>
          </a:xfrm>
          <a:prstGeom xmlns:a="http://schemas.openxmlformats.org/drawingml/2006/main" prst="line">
            <a:avLst/>
          </a:prstGeom>
          <a:noFill xmlns:a="http://schemas.openxmlformats.org/drawingml/2006/main"/>
          <a:ln xmlns:a="http://schemas.openxmlformats.org/drawingml/2006/main" w="19050">
            <a:solidFill>
              <a:srgbClr val="C9101B"/>
            </a:solidFill>
            <a:prstDash val="solid"/>
          </a:ln>
        </p:spPr>
      </p:sp>
      <p:sp>
        <p:nvSpPr>
          <p:cNvPr id="19" name="">
            <a:extLst xmlns:a="http://schemas.openxmlformats.org/drawingml/2006/main">
              <a:ext uri="{FF2B5EF4-FFF2-40B4-BE49-F238E27FC236}">
                <a16:creationId xmlns:a16="http://schemas.microsoft.com/office/drawing/2014/main" id="{D81D3CA7-0EBD-42A2-98AF-047D940B5325}"/>
              </a:ext>
            </a:extLst>
          </p:cNvPr>
          <p:cNvSpPr>
            <a:spLocks xmlns:a="http://schemas.openxmlformats.org/drawingml/2006/main" noGrp="1"/>
          </p:cNvSpPr>
          <p:nvPr/>
        </p:nvSpPr>
        <p:spPr>
          <a:xfrm xmlns:a="http://schemas.openxmlformats.org/drawingml/2006/main">
            <a:off x="13430250" y="3143250"/>
            <a:ext cx="95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50" b="1">
                <a:solidFill>
                  <a:srgbClr val="9A7200"/>
                </a:solidFill>
                <a:latin typeface="Arial"/>
                <a:ea typeface="Arial"/>
                <a:cs typeface="Arial"/>
              </a:defRPr>
            </a:pPr>
            <a:r>
              <a:rPr sz="2850" b="1">
                <a:solidFill>
                  <a:srgbClr val="9A7200"/>
                </a:solidFill>
                <a:latin typeface="Arial"/>
                <a:ea typeface="Arial"/>
                <a:cs typeface="Arial"/>
              </a:rPr>
              <a:t>I3</a:t>
            </a:r>
          </a:p>
        </p:txBody>
      </p:sp>
      <p:sp>
        <p:nvSpPr>
          <p:cNvPr id="20" name="">
            <a:extLst xmlns:a="http://schemas.openxmlformats.org/drawingml/2006/main">
              <a:ext uri="{FF2B5EF4-FFF2-40B4-BE49-F238E27FC236}">
                <a16:creationId xmlns:a16="http://schemas.microsoft.com/office/drawing/2014/main" id="{57287996-BFA5-495B-9B01-550F02060487}"/>
              </a:ext>
            </a:extLst>
          </p:cNvPr>
          <p:cNvSpPr>
            <a:spLocks xmlns:a="http://schemas.openxmlformats.org/drawingml/2006/main" noGrp="1"/>
          </p:cNvSpPr>
          <p:nvPr/>
        </p:nvSpPr>
        <p:spPr>
          <a:xfrm xmlns:a="http://schemas.openxmlformats.org/drawingml/2006/main">
            <a:off x="13430250" y="3695700"/>
            <a:ext cx="3571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2C0509"/>
                </a:solidFill>
                <a:latin typeface="Arial"/>
                <a:ea typeface="Arial"/>
                <a:cs typeface="Arial"/>
              </a:defRPr>
            </a:pPr>
            <a:r>
              <a:rPr sz="2025" b="1">
                <a:solidFill>
                  <a:srgbClr val="2C0509"/>
                </a:solidFill>
                <a:latin typeface="Arial"/>
                <a:ea typeface="Arial"/>
                <a:cs typeface="Arial"/>
              </a:rPr>
              <a:t>Contrastar borrador e intención</a:t>
            </a:r>
          </a:p>
        </p:txBody>
      </p:sp>
      <p:sp>
        <p:nvSpPr>
          <p:cNvPr id="21" name="">
            <a:extLst xmlns:a="http://schemas.openxmlformats.org/drawingml/2006/main">
              <a:ext uri="{FF2B5EF4-FFF2-40B4-BE49-F238E27FC236}">
                <a16:creationId xmlns:a16="http://schemas.microsoft.com/office/drawing/2014/main" id="{10151272-388C-4DF8-9912-032F713C4270}"/>
              </a:ext>
            </a:extLst>
          </p:cNvPr>
          <p:cNvSpPr>
            <a:spLocks xmlns:a="http://schemas.openxmlformats.org/drawingml/2006/main" noGrp="1"/>
          </p:cNvSpPr>
          <p:nvPr/>
        </p:nvSpPr>
        <p:spPr>
          <a:xfrm xmlns:a="http://schemas.openxmlformats.org/drawingml/2006/main">
            <a:off x="12477750" y="3467100"/>
            <a:ext cx="571500" cy="0"/>
          </a:xfrm>
          <a:prstGeom xmlns:a="http://schemas.openxmlformats.org/drawingml/2006/main" prst="line">
            <a:avLst/>
          </a:prstGeom>
          <a:noFill xmlns:a="http://schemas.openxmlformats.org/drawingml/2006/main"/>
          <a:ln xmlns:a="http://schemas.openxmlformats.org/drawingml/2006/main" w="19050">
            <a:solidFill>
              <a:srgbClr val="9A7200"/>
            </a:solidFill>
            <a:prstDash val="solid"/>
          </a:ln>
        </p:spPr>
      </p:sp>
      <p:sp>
        <p:nvSpPr>
          <p:cNvPr id="22" name="">
            <a:extLst xmlns:a="http://schemas.openxmlformats.org/drawingml/2006/main">
              <a:ext uri="{FF2B5EF4-FFF2-40B4-BE49-F238E27FC236}">
                <a16:creationId xmlns:a16="http://schemas.microsoft.com/office/drawing/2014/main" id="{BA60EAE8-9E1B-4BD2-A48D-FD08F5C67232}"/>
              </a:ext>
            </a:extLst>
          </p:cNvPr>
          <p:cNvSpPr>
            <a:spLocks xmlns:a="http://schemas.openxmlformats.org/drawingml/2006/main" noGrp="1"/>
          </p:cNvSpPr>
          <p:nvPr/>
        </p:nvSpPr>
        <p:spPr>
          <a:xfrm xmlns:a="http://schemas.openxmlformats.org/drawingml/2006/main">
            <a:off x="13430250" y="5953125"/>
            <a:ext cx="95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50" b="1">
                <a:solidFill>
                  <a:srgbClr val="C9101B"/>
                </a:solidFill>
                <a:latin typeface="Arial"/>
                <a:ea typeface="Arial"/>
                <a:cs typeface="Arial"/>
              </a:defRPr>
            </a:pPr>
            <a:r>
              <a:rPr sz="2850" b="1">
                <a:solidFill>
                  <a:srgbClr val="C9101B"/>
                </a:solidFill>
                <a:latin typeface="Arial"/>
                <a:ea typeface="Arial"/>
                <a:cs typeface="Arial"/>
              </a:rPr>
              <a:t>I4</a:t>
            </a:r>
          </a:p>
        </p:txBody>
      </p:sp>
      <p:sp>
        <p:nvSpPr>
          <p:cNvPr id="23" name="">
            <a:extLst xmlns:a="http://schemas.openxmlformats.org/drawingml/2006/main">
              <a:ext uri="{FF2B5EF4-FFF2-40B4-BE49-F238E27FC236}">
                <a16:creationId xmlns:a16="http://schemas.microsoft.com/office/drawing/2014/main" id="{1D6706C2-15D5-48A3-9D7F-0224E8E056B3}"/>
              </a:ext>
            </a:extLst>
          </p:cNvPr>
          <p:cNvSpPr>
            <a:spLocks xmlns:a="http://schemas.openxmlformats.org/drawingml/2006/main" noGrp="1"/>
          </p:cNvSpPr>
          <p:nvPr/>
        </p:nvSpPr>
        <p:spPr>
          <a:xfrm xmlns:a="http://schemas.openxmlformats.org/drawingml/2006/main">
            <a:off x="13430250" y="6505575"/>
            <a:ext cx="3571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2C0509"/>
                </a:solidFill>
                <a:latin typeface="Arial"/>
                <a:ea typeface="Arial"/>
                <a:cs typeface="Arial"/>
              </a:defRPr>
            </a:pPr>
            <a:r>
              <a:rPr sz="2025" b="1">
                <a:solidFill>
                  <a:srgbClr val="2C0509"/>
                </a:solidFill>
                <a:latin typeface="Arial"/>
                <a:ea typeface="Arial"/>
                <a:cs typeface="Arial"/>
              </a:rPr>
              <a:t>Reconocer lo aprendido</a:t>
            </a:r>
          </a:p>
        </p:txBody>
      </p:sp>
      <p:sp>
        <p:nvSpPr>
          <p:cNvPr id="24" name="">
            <a:extLst xmlns:a="http://schemas.openxmlformats.org/drawingml/2006/main">
              <a:ext uri="{FF2B5EF4-FFF2-40B4-BE49-F238E27FC236}">
                <a16:creationId xmlns:a16="http://schemas.microsoft.com/office/drawing/2014/main" id="{E02AF3FF-DD8A-43C8-AF6C-582A059F5F7C}"/>
              </a:ext>
            </a:extLst>
          </p:cNvPr>
          <p:cNvSpPr>
            <a:spLocks xmlns:a="http://schemas.openxmlformats.org/drawingml/2006/main" noGrp="1"/>
          </p:cNvSpPr>
          <p:nvPr/>
        </p:nvSpPr>
        <p:spPr>
          <a:xfrm xmlns:a="http://schemas.openxmlformats.org/drawingml/2006/main">
            <a:off x="12477750" y="6276975"/>
            <a:ext cx="571500" cy="0"/>
          </a:xfrm>
          <a:prstGeom xmlns:a="http://schemas.openxmlformats.org/drawingml/2006/main" prst="line">
            <a:avLst/>
          </a:prstGeom>
          <a:noFill xmlns:a="http://schemas.openxmlformats.org/drawingml/2006/main"/>
          <a:ln xmlns:a="http://schemas.openxmlformats.org/drawingml/2006/main" w="19050">
            <a:solidFill>
              <a:srgbClr val="C9101B"/>
            </a:solidFill>
            <a:prstDash val="solid"/>
          </a:ln>
        </p:spPr>
      </p:sp>
      <p:sp>
        <p:nvSpPr>
          <p:cNvPr id="25" name="">
            <a:extLst xmlns:a="http://schemas.openxmlformats.org/drawingml/2006/main">
              <a:ext uri="{FF2B5EF4-FFF2-40B4-BE49-F238E27FC236}">
                <a16:creationId xmlns:a16="http://schemas.microsoft.com/office/drawing/2014/main" id="{23C97C92-9E9A-4966-A24D-A2246E4D2529}"/>
              </a:ext>
            </a:extLst>
          </p:cNvPr>
          <p:cNvSpPr>
            <a:spLocks xmlns:a="http://schemas.openxmlformats.org/drawingml/2006/main" noGrp="1"/>
          </p:cNvSpPr>
          <p:nvPr/>
        </p:nvSpPr>
        <p:spPr>
          <a:xfrm xmlns:a="http://schemas.openxmlformats.org/drawingml/2006/main">
            <a:off x="2476500" y="7572375"/>
            <a:ext cx="1333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2100" b="0">
                <a:solidFill>
                  <a:srgbClr val="5D4A4D"/>
                </a:solidFill>
                <a:latin typeface="Arial"/>
                <a:ea typeface="Arial"/>
                <a:cs typeface="Arial"/>
              </a:defRPr>
            </a:pPr>
            <a:r>
              <a:rPr sz="2100" b="0">
                <a:solidFill>
                  <a:srgbClr val="5D4A4D"/>
                </a:solidFill>
                <a:latin typeface="Arial"/>
                <a:ea typeface="Arial"/>
                <a:cs typeface="Arial"/>
              </a:rPr>
              <a:t>El asistente pregunta a partir de las mismas palabras del escritor. No redacta, evalúa ni añade ideas propias.</a:t>
            </a:r>
          </a:p>
        </p:txBody>
      </p:sp>
    </p:spTree>
    <p:extLst>
      <p:ext uri="{BB962C8B-B14F-4D97-AF65-F5344CB8AC3E}">
        <p14:creationId xmlns:p14="http://schemas.microsoft.com/office/powerpoint/2010/main" val="8872248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efa64c086764b46"/>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B82505-A9EF-41C9-AE5A-9FE274A127A5}"/>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D8D304C-D434-4AB4-8CF8-BC33A689AD12}"/>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03 · RESULTADOS · GUÍA DE APLICACIÓN</a:t>
            </a:r>
          </a:p>
        </p:txBody>
      </p:sp>
      <p:sp>
        <p:nvSpPr>
          <p:cNvPr id="4" name="">
            <a:extLst xmlns:a="http://schemas.openxmlformats.org/drawingml/2006/main">
              <a:ext uri="{FF2B5EF4-FFF2-40B4-BE49-F238E27FC236}">
                <a16:creationId xmlns:a16="http://schemas.microsoft.com/office/drawing/2014/main" id="{46DE5C37-83DB-473E-9048-FC786185271E}"/>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D68CCB2B-58AA-4BA2-B676-3F0534EFBE03}"/>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Las fases avanzan cuando el escritor reconoce una condición</a:t>
            </a:r>
          </a:p>
        </p:txBody>
      </p:sp>
      <p:sp>
        <p:nvSpPr>
          <p:cNvPr id="6" name="">
            <a:extLst xmlns:a="http://schemas.openxmlformats.org/drawingml/2006/main">
              <a:ext uri="{FF2B5EF4-FFF2-40B4-BE49-F238E27FC236}">
                <a16:creationId xmlns:a16="http://schemas.microsoft.com/office/drawing/2014/main" id="{359F5E5D-3D16-4DBC-BC1B-9BF3DD30D255}"/>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88F4C038-4C9C-47B1-A026-6B699E4E3D1E}"/>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9FEBF1F4-75C0-44BD-8AF7-47041C648D0E}"/>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2FBCF19A-9A1D-4B2A-9365-9AE5074DBE27}"/>
              </a:ext>
            </a:extLst>
          </p:cNvPr>
          <p:cNvSpPr>
            <a:spLocks xmlns:a="http://schemas.openxmlformats.org/drawingml/2006/main" noGrp="1"/>
          </p:cNvSpPr>
          <p:nvPr/>
        </p:nvSpPr>
        <p:spPr>
          <a:xfrm xmlns:a="http://schemas.openxmlformats.org/drawingml/2006/main">
            <a:off x="1238250" y="2857500"/>
            <a:ext cx="14763750" cy="514350"/>
          </a:xfrm>
          <a:prstGeom xmlns:a="http://schemas.openxmlformats.org/drawingml/2006/main" prst="rect">
            <a:avLst/>
          </a:prstGeom>
          <a:solidFill xmlns:a="http://schemas.openxmlformats.org/drawingml/2006/main">
            <a:srgbClr val="46081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1F13FCA-0C4A-4574-BD13-418903B164A6}"/>
              </a:ext>
            </a:extLst>
          </p:cNvPr>
          <p:cNvSpPr>
            <a:spLocks xmlns:a="http://schemas.openxmlformats.org/drawingml/2006/main" noGrp="1"/>
          </p:cNvSpPr>
          <p:nvPr/>
        </p:nvSpPr>
        <p:spPr>
          <a:xfrm xmlns:a="http://schemas.openxmlformats.org/drawingml/2006/main">
            <a:off x="1428750" y="29718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FFFFFF"/>
                </a:solidFill>
                <a:latin typeface="Courier New"/>
                <a:ea typeface="Courier New"/>
                <a:cs typeface="Courier New"/>
              </a:defRPr>
            </a:pPr>
            <a:r>
              <a:rPr sz="1500" b="1">
                <a:solidFill>
                  <a:srgbClr val="FFFFFF"/>
                </a:solidFill>
                <a:latin typeface="Courier New"/>
                <a:ea typeface="Courier New"/>
                <a:cs typeface="Courier New"/>
              </a:rPr>
              <a:t>ORIGEN</a:t>
            </a:r>
          </a:p>
        </p:txBody>
      </p:sp>
      <p:sp>
        <p:nvSpPr>
          <p:cNvPr id="11" name="">
            <a:extLst xmlns:a="http://schemas.openxmlformats.org/drawingml/2006/main">
              <a:ext uri="{FF2B5EF4-FFF2-40B4-BE49-F238E27FC236}">
                <a16:creationId xmlns:a16="http://schemas.microsoft.com/office/drawing/2014/main" id="{CBC0BD98-0428-4680-A9F9-5A79F36370DE}"/>
              </a:ext>
            </a:extLst>
          </p:cNvPr>
          <p:cNvSpPr>
            <a:spLocks xmlns:a="http://schemas.openxmlformats.org/drawingml/2006/main" noGrp="1"/>
          </p:cNvSpPr>
          <p:nvPr/>
        </p:nvSpPr>
        <p:spPr>
          <a:xfrm xmlns:a="http://schemas.openxmlformats.org/drawingml/2006/main">
            <a:off x="3333750" y="29718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FFFFFF"/>
                </a:solidFill>
                <a:latin typeface="Courier New"/>
                <a:ea typeface="Courier New"/>
                <a:cs typeface="Courier New"/>
              </a:defRPr>
            </a:pPr>
            <a:r>
              <a:rPr sz="1500" b="1">
                <a:solidFill>
                  <a:srgbClr val="FFFFFF"/>
                </a:solidFill>
                <a:latin typeface="Courier New"/>
                <a:ea typeface="Courier New"/>
                <a:cs typeface="Courier New"/>
              </a:rPr>
              <a:t>DESTINO</a:t>
            </a:r>
          </a:p>
        </p:txBody>
      </p:sp>
      <p:sp>
        <p:nvSpPr>
          <p:cNvPr id="12" name="">
            <a:extLst xmlns:a="http://schemas.openxmlformats.org/drawingml/2006/main">
              <a:ext uri="{FF2B5EF4-FFF2-40B4-BE49-F238E27FC236}">
                <a16:creationId xmlns:a16="http://schemas.microsoft.com/office/drawing/2014/main" id="{F12BF31E-CD3C-4109-9505-BBFECBABAE89}"/>
              </a:ext>
            </a:extLst>
          </p:cNvPr>
          <p:cNvSpPr>
            <a:spLocks xmlns:a="http://schemas.openxmlformats.org/drawingml/2006/main" noGrp="1"/>
          </p:cNvSpPr>
          <p:nvPr/>
        </p:nvSpPr>
        <p:spPr>
          <a:xfrm xmlns:a="http://schemas.openxmlformats.org/drawingml/2006/main">
            <a:off x="5429250" y="29718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FFFFFF"/>
                </a:solidFill>
                <a:latin typeface="Courier New"/>
                <a:ea typeface="Courier New"/>
                <a:cs typeface="Courier New"/>
              </a:defRPr>
            </a:pPr>
            <a:r>
              <a:rPr sz="1500" b="1">
                <a:solidFill>
                  <a:srgbClr val="FFFFFF"/>
                </a:solidFill>
                <a:latin typeface="Courier New"/>
                <a:ea typeface="Courier New"/>
                <a:cs typeface="Courier New"/>
              </a:rPr>
              <a:t>CONDICIÓN DE AVANCE</a:t>
            </a:r>
          </a:p>
        </p:txBody>
      </p:sp>
      <p:sp>
        <p:nvSpPr>
          <p:cNvPr id="13" name="">
            <a:extLst xmlns:a="http://schemas.openxmlformats.org/drawingml/2006/main">
              <a:ext uri="{FF2B5EF4-FFF2-40B4-BE49-F238E27FC236}">
                <a16:creationId xmlns:a16="http://schemas.microsoft.com/office/drawing/2014/main" id="{4C692570-6ADE-471C-A2C4-73DA06EA2A41}"/>
              </a:ext>
            </a:extLst>
          </p:cNvPr>
          <p:cNvSpPr>
            <a:spLocks xmlns:a="http://schemas.openxmlformats.org/drawingml/2006/main" noGrp="1"/>
          </p:cNvSpPr>
          <p:nvPr/>
        </p:nvSpPr>
        <p:spPr>
          <a:xfrm xmlns:a="http://schemas.openxmlformats.org/drawingml/2006/main">
            <a:off x="1238250" y="3371850"/>
            <a:ext cx="14763750" cy="781050"/>
          </a:xfrm>
          <a:prstGeom xmlns:a="http://schemas.openxmlformats.org/drawingml/2006/main" prst="rect">
            <a:avLst/>
          </a:prstGeom>
          <a:solidFill xmlns:a="http://schemas.openxmlformats.org/drawingml/2006/main">
            <a:srgbClr val="FAF5F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858EBD7-BC4C-4EB0-988D-A748EE1B96EA}"/>
              </a:ext>
            </a:extLst>
          </p:cNvPr>
          <p:cNvSpPr>
            <a:spLocks xmlns:a="http://schemas.openxmlformats.org/drawingml/2006/main" noGrp="1"/>
          </p:cNvSpPr>
          <p:nvPr/>
        </p:nvSpPr>
        <p:spPr>
          <a:xfrm xmlns:a="http://schemas.openxmlformats.org/drawingml/2006/main">
            <a:off x="1428750" y="35909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460811"/>
                </a:solidFill>
                <a:latin typeface="Courier New"/>
                <a:ea typeface="Courier New"/>
                <a:cs typeface="Courier New"/>
              </a:defRPr>
            </a:pPr>
            <a:r>
              <a:rPr sz="1800" b="1">
                <a:solidFill>
                  <a:srgbClr val="460811"/>
                </a:solidFill>
                <a:latin typeface="Courier New"/>
                <a:ea typeface="Courier New"/>
                <a:cs typeface="Courier New"/>
              </a:rPr>
              <a:t>P3</a:t>
            </a:r>
          </a:p>
        </p:txBody>
      </p:sp>
      <p:sp>
        <p:nvSpPr>
          <p:cNvPr id="15" name="">
            <a:extLst xmlns:a="http://schemas.openxmlformats.org/drawingml/2006/main">
              <a:ext uri="{FF2B5EF4-FFF2-40B4-BE49-F238E27FC236}">
                <a16:creationId xmlns:a16="http://schemas.microsoft.com/office/drawing/2014/main" id="{557097C3-0E2A-4D6C-AC81-68F7C6241681}"/>
              </a:ext>
            </a:extLst>
          </p:cNvPr>
          <p:cNvSpPr>
            <a:spLocks xmlns:a="http://schemas.openxmlformats.org/drawingml/2006/main" noGrp="1"/>
          </p:cNvSpPr>
          <p:nvPr/>
        </p:nvSpPr>
        <p:spPr>
          <a:xfrm xmlns:a="http://schemas.openxmlformats.org/drawingml/2006/main">
            <a:off x="3333750" y="35909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C9101B"/>
                </a:solidFill>
                <a:latin typeface="Courier New"/>
                <a:ea typeface="Courier New"/>
                <a:cs typeface="Courier New"/>
              </a:defRPr>
            </a:pPr>
            <a:r>
              <a:rPr sz="1800" b="1">
                <a:solidFill>
                  <a:srgbClr val="C9101B"/>
                </a:solidFill>
                <a:latin typeface="Courier New"/>
                <a:ea typeface="Courier New"/>
                <a:cs typeface="Courier New"/>
              </a:rPr>
              <a:t>P4</a:t>
            </a:r>
          </a:p>
        </p:txBody>
      </p:sp>
      <p:sp>
        <p:nvSpPr>
          <p:cNvPr id="16" name="">
            <a:extLst xmlns:a="http://schemas.openxmlformats.org/drawingml/2006/main">
              <a:ext uri="{FF2B5EF4-FFF2-40B4-BE49-F238E27FC236}">
                <a16:creationId xmlns:a16="http://schemas.microsoft.com/office/drawing/2014/main" id="{94F673DC-41D1-4FCF-97E3-5E995D713921}"/>
              </a:ext>
            </a:extLst>
          </p:cNvPr>
          <p:cNvSpPr>
            <a:spLocks xmlns:a="http://schemas.openxmlformats.org/drawingml/2006/main" noGrp="1"/>
          </p:cNvSpPr>
          <p:nvPr/>
        </p:nvSpPr>
        <p:spPr>
          <a:xfrm xmlns:a="http://schemas.openxmlformats.org/drawingml/2006/main">
            <a:off x="5429250" y="3543300"/>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5D4A4D"/>
                </a:solidFill>
                <a:latin typeface="Arial"/>
                <a:ea typeface="Arial"/>
                <a:cs typeface="Arial"/>
              </a:defRPr>
            </a:pPr>
            <a:r>
              <a:rPr sz="1800" b="0">
                <a:solidFill>
                  <a:srgbClr val="5D4A4D"/>
                </a:solidFill>
                <a:latin typeface="Arial"/>
                <a:ea typeface="Arial"/>
                <a:cs typeface="Arial"/>
              </a:rPr>
              <a:t>Al menos tres ideas percibidas como distintas.</a:t>
            </a:r>
          </a:p>
        </p:txBody>
      </p:sp>
      <p:sp>
        <p:nvSpPr>
          <p:cNvPr id="17" name="">
            <a:extLst xmlns:a="http://schemas.openxmlformats.org/drawingml/2006/main">
              <a:ext uri="{FF2B5EF4-FFF2-40B4-BE49-F238E27FC236}">
                <a16:creationId xmlns:a16="http://schemas.microsoft.com/office/drawing/2014/main" id="{37B8B8E4-E414-4501-8758-C53CB7F986A5}"/>
              </a:ext>
            </a:extLst>
          </p:cNvPr>
          <p:cNvSpPr>
            <a:spLocks xmlns:a="http://schemas.openxmlformats.org/drawingml/2006/main" noGrp="1"/>
          </p:cNvSpPr>
          <p:nvPr/>
        </p:nvSpPr>
        <p:spPr>
          <a:xfrm xmlns:a="http://schemas.openxmlformats.org/drawingml/2006/main">
            <a:off x="1238250" y="4143375"/>
            <a:ext cx="14763750" cy="0"/>
          </a:xfrm>
          <a:prstGeom xmlns:a="http://schemas.openxmlformats.org/drawingml/2006/main" prst="line">
            <a:avLst/>
          </a:prstGeom>
          <a:noFill xmlns:a="http://schemas.openxmlformats.org/drawingml/2006/main"/>
          <a:ln xmlns:a="http://schemas.openxmlformats.org/drawingml/2006/main" w="9525">
            <a:solidFill>
              <a:srgbClr val="EAE0E1"/>
            </a:solidFill>
            <a:prstDash val="solid"/>
          </a:ln>
        </p:spPr>
      </p:sp>
      <p:sp>
        <p:nvSpPr>
          <p:cNvPr id="18" name="">
            <a:extLst xmlns:a="http://schemas.openxmlformats.org/drawingml/2006/main">
              <a:ext uri="{FF2B5EF4-FFF2-40B4-BE49-F238E27FC236}">
                <a16:creationId xmlns:a16="http://schemas.microsoft.com/office/drawing/2014/main" id="{99F5844E-0411-48E5-B654-1047D35131ED}"/>
              </a:ext>
            </a:extLst>
          </p:cNvPr>
          <p:cNvSpPr>
            <a:spLocks xmlns:a="http://schemas.openxmlformats.org/drawingml/2006/main" noGrp="1"/>
          </p:cNvSpPr>
          <p:nvPr/>
        </p:nvSpPr>
        <p:spPr>
          <a:xfrm xmlns:a="http://schemas.openxmlformats.org/drawingml/2006/main">
            <a:off x="1428750" y="437197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460811"/>
                </a:solidFill>
                <a:latin typeface="Courier New"/>
                <a:ea typeface="Courier New"/>
                <a:cs typeface="Courier New"/>
              </a:defRPr>
            </a:pPr>
            <a:r>
              <a:rPr sz="1800" b="1">
                <a:solidFill>
                  <a:srgbClr val="460811"/>
                </a:solidFill>
                <a:latin typeface="Courier New"/>
                <a:ea typeface="Courier New"/>
                <a:cs typeface="Courier New"/>
              </a:rPr>
              <a:t>P4</a:t>
            </a:r>
          </a:p>
        </p:txBody>
      </p:sp>
      <p:sp>
        <p:nvSpPr>
          <p:cNvPr id="19" name="">
            <a:extLst xmlns:a="http://schemas.openxmlformats.org/drawingml/2006/main">
              <a:ext uri="{FF2B5EF4-FFF2-40B4-BE49-F238E27FC236}">
                <a16:creationId xmlns:a16="http://schemas.microsoft.com/office/drawing/2014/main" id="{8BFF0096-97A9-475E-93AC-A8CD87B40C26}"/>
              </a:ext>
            </a:extLst>
          </p:cNvPr>
          <p:cNvSpPr>
            <a:spLocks xmlns:a="http://schemas.openxmlformats.org/drawingml/2006/main" noGrp="1"/>
          </p:cNvSpPr>
          <p:nvPr/>
        </p:nvSpPr>
        <p:spPr>
          <a:xfrm xmlns:a="http://schemas.openxmlformats.org/drawingml/2006/main">
            <a:off x="3333750" y="437197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C9101B"/>
                </a:solidFill>
                <a:latin typeface="Courier New"/>
                <a:ea typeface="Courier New"/>
                <a:cs typeface="Courier New"/>
              </a:defRPr>
            </a:pPr>
            <a:r>
              <a:rPr sz="1800" b="1">
                <a:solidFill>
                  <a:srgbClr val="C9101B"/>
                </a:solidFill>
                <a:latin typeface="Courier New"/>
                <a:ea typeface="Courier New"/>
                <a:cs typeface="Courier New"/>
              </a:rPr>
              <a:t>P5</a:t>
            </a:r>
          </a:p>
        </p:txBody>
      </p:sp>
      <p:sp>
        <p:nvSpPr>
          <p:cNvPr id="20" name="">
            <a:extLst xmlns:a="http://schemas.openxmlformats.org/drawingml/2006/main">
              <a:ext uri="{FF2B5EF4-FFF2-40B4-BE49-F238E27FC236}">
                <a16:creationId xmlns:a16="http://schemas.microsoft.com/office/drawing/2014/main" id="{0F137153-5196-4989-9928-AE48A37152C4}"/>
              </a:ext>
            </a:extLst>
          </p:cNvPr>
          <p:cNvSpPr>
            <a:spLocks xmlns:a="http://schemas.openxmlformats.org/drawingml/2006/main" noGrp="1"/>
          </p:cNvSpPr>
          <p:nvPr/>
        </p:nvSpPr>
        <p:spPr>
          <a:xfrm xmlns:a="http://schemas.openxmlformats.org/drawingml/2006/main">
            <a:off x="5429250" y="4324350"/>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5D4A4D"/>
                </a:solidFill>
                <a:latin typeface="Arial"/>
                <a:ea typeface="Arial"/>
                <a:cs typeface="Arial"/>
              </a:defRPr>
            </a:pPr>
            <a:r>
              <a:rPr sz="1800" b="0">
                <a:solidFill>
                  <a:srgbClr val="5D4A4D"/>
                </a:solidFill>
                <a:latin typeface="Arial"/>
                <a:ea typeface="Arial"/>
                <a:cs typeface="Arial"/>
              </a:rPr>
              <a:t>Existe una agrupación provisional del material.</a:t>
            </a:r>
          </a:p>
        </p:txBody>
      </p:sp>
      <p:sp>
        <p:nvSpPr>
          <p:cNvPr id="21" name="">
            <a:extLst xmlns:a="http://schemas.openxmlformats.org/drawingml/2006/main">
              <a:ext uri="{FF2B5EF4-FFF2-40B4-BE49-F238E27FC236}">
                <a16:creationId xmlns:a16="http://schemas.microsoft.com/office/drawing/2014/main" id="{FB52A4F6-8BC5-41C5-A2B5-25123881CDA0}"/>
              </a:ext>
            </a:extLst>
          </p:cNvPr>
          <p:cNvSpPr>
            <a:spLocks xmlns:a="http://schemas.openxmlformats.org/drawingml/2006/main" noGrp="1"/>
          </p:cNvSpPr>
          <p:nvPr/>
        </p:nvSpPr>
        <p:spPr>
          <a:xfrm xmlns:a="http://schemas.openxmlformats.org/drawingml/2006/main">
            <a:off x="1238250" y="4924425"/>
            <a:ext cx="14763750" cy="0"/>
          </a:xfrm>
          <a:prstGeom xmlns:a="http://schemas.openxmlformats.org/drawingml/2006/main" prst="line">
            <a:avLst/>
          </a:prstGeom>
          <a:noFill xmlns:a="http://schemas.openxmlformats.org/drawingml/2006/main"/>
          <a:ln xmlns:a="http://schemas.openxmlformats.org/drawingml/2006/main" w="9525">
            <a:solidFill>
              <a:srgbClr val="EAE0E1"/>
            </a:solidFill>
            <a:prstDash val="solid"/>
          </a:ln>
        </p:spPr>
      </p:sp>
      <p:sp>
        <p:nvSpPr>
          <p:cNvPr id="22" name="">
            <a:extLst xmlns:a="http://schemas.openxmlformats.org/drawingml/2006/main">
              <a:ext uri="{FF2B5EF4-FFF2-40B4-BE49-F238E27FC236}">
                <a16:creationId xmlns:a16="http://schemas.microsoft.com/office/drawing/2014/main" id="{DAE684A8-4E81-49F1-9ACF-4CB876B51A7B}"/>
              </a:ext>
            </a:extLst>
          </p:cNvPr>
          <p:cNvSpPr>
            <a:spLocks xmlns:a="http://schemas.openxmlformats.org/drawingml/2006/main" noGrp="1"/>
          </p:cNvSpPr>
          <p:nvPr/>
        </p:nvSpPr>
        <p:spPr>
          <a:xfrm xmlns:a="http://schemas.openxmlformats.org/drawingml/2006/main">
            <a:off x="1238250" y="4933950"/>
            <a:ext cx="14763750" cy="781050"/>
          </a:xfrm>
          <a:prstGeom xmlns:a="http://schemas.openxmlformats.org/drawingml/2006/main" prst="rect">
            <a:avLst/>
          </a:prstGeom>
          <a:solidFill xmlns:a="http://schemas.openxmlformats.org/drawingml/2006/main">
            <a:srgbClr val="FAF5F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B1568E1-CCAE-4123-B652-F5AE4D39E2B2}"/>
              </a:ext>
            </a:extLst>
          </p:cNvPr>
          <p:cNvSpPr>
            <a:spLocks xmlns:a="http://schemas.openxmlformats.org/drawingml/2006/main" noGrp="1"/>
          </p:cNvSpPr>
          <p:nvPr/>
        </p:nvSpPr>
        <p:spPr>
          <a:xfrm xmlns:a="http://schemas.openxmlformats.org/drawingml/2006/main">
            <a:off x="1428750" y="51530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460811"/>
                </a:solidFill>
                <a:latin typeface="Courier New"/>
                <a:ea typeface="Courier New"/>
                <a:cs typeface="Courier New"/>
              </a:defRPr>
            </a:pPr>
            <a:r>
              <a:rPr sz="1800" b="1">
                <a:solidFill>
                  <a:srgbClr val="460811"/>
                </a:solidFill>
                <a:latin typeface="Courier New"/>
                <a:ea typeface="Courier New"/>
                <a:cs typeface="Courier New"/>
              </a:rPr>
              <a:t>P5</a:t>
            </a:r>
          </a:p>
        </p:txBody>
      </p:sp>
      <p:sp>
        <p:nvSpPr>
          <p:cNvPr id="24" name="">
            <a:extLst xmlns:a="http://schemas.openxmlformats.org/drawingml/2006/main">
              <a:ext uri="{FF2B5EF4-FFF2-40B4-BE49-F238E27FC236}">
                <a16:creationId xmlns:a16="http://schemas.microsoft.com/office/drawing/2014/main" id="{8C83B0F6-FCCE-41CC-A6F4-CAAB8A686340}"/>
              </a:ext>
            </a:extLst>
          </p:cNvPr>
          <p:cNvSpPr>
            <a:spLocks xmlns:a="http://schemas.openxmlformats.org/drawingml/2006/main" noGrp="1"/>
          </p:cNvSpPr>
          <p:nvPr/>
        </p:nvSpPr>
        <p:spPr>
          <a:xfrm xmlns:a="http://schemas.openxmlformats.org/drawingml/2006/main">
            <a:off x="3333750" y="51530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C9101B"/>
                </a:solidFill>
                <a:latin typeface="Courier New"/>
                <a:ea typeface="Courier New"/>
                <a:cs typeface="Courier New"/>
              </a:defRPr>
            </a:pPr>
            <a:r>
              <a:rPr sz="1800" b="1">
                <a:solidFill>
                  <a:srgbClr val="C9101B"/>
                </a:solidFill>
                <a:latin typeface="Courier New"/>
                <a:ea typeface="Courier New"/>
                <a:cs typeface="Courier New"/>
              </a:rPr>
              <a:t>P6</a:t>
            </a:r>
          </a:p>
        </p:txBody>
      </p:sp>
      <p:sp>
        <p:nvSpPr>
          <p:cNvPr id="25" name="">
            <a:extLst xmlns:a="http://schemas.openxmlformats.org/drawingml/2006/main">
              <a:ext uri="{FF2B5EF4-FFF2-40B4-BE49-F238E27FC236}">
                <a16:creationId xmlns:a16="http://schemas.microsoft.com/office/drawing/2014/main" id="{51C543B9-D7DE-4A4B-8F54-FC24BF61D578}"/>
              </a:ext>
            </a:extLst>
          </p:cNvPr>
          <p:cNvSpPr>
            <a:spLocks xmlns:a="http://schemas.openxmlformats.org/drawingml/2006/main" noGrp="1"/>
          </p:cNvSpPr>
          <p:nvPr/>
        </p:nvSpPr>
        <p:spPr>
          <a:xfrm xmlns:a="http://schemas.openxmlformats.org/drawingml/2006/main">
            <a:off x="5429250" y="5105400"/>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5D4A4D"/>
                </a:solidFill>
                <a:latin typeface="Arial"/>
                <a:ea typeface="Arial"/>
                <a:cs typeface="Arial"/>
              </a:defRPr>
            </a:pPr>
            <a:r>
              <a:rPr sz="1800" b="0">
                <a:solidFill>
                  <a:srgbClr val="5D4A4D"/>
                </a:solidFill>
                <a:latin typeface="Arial"/>
                <a:ea typeface="Arial"/>
                <a:cs typeface="Arial"/>
              </a:rPr>
              <a:t>El escritor puede expresar un propósito aproximado.</a:t>
            </a:r>
          </a:p>
        </p:txBody>
      </p:sp>
      <p:sp>
        <p:nvSpPr>
          <p:cNvPr id="26" name="">
            <a:extLst xmlns:a="http://schemas.openxmlformats.org/drawingml/2006/main">
              <a:ext uri="{FF2B5EF4-FFF2-40B4-BE49-F238E27FC236}">
                <a16:creationId xmlns:a16="http://schemas.microsoft.com/office/drawing/2014/main" id="{E5573697-9962-453B-B298-C232BAE10957}"/>
              </a:ext>
            </a:extLst>
          </p:cNvPr>
          <p:cNvSpPr>
            <a:spLocks xmlns:a="http://schemas.openxmlformats.org/drawingml/2006/main" noGrp="1"/>
          </p:cNvSpPr>
          <p:nvPr/>
        </p:nvSpPr>
        <p:spPr>
          <a:xfrm xmlns:a="http://schemas.openxmlformats.org/drawingml/2006/main">
            <a:off x="1238250" y="5705475"/>
            <a:ext cx="14763750" cy="0"/>
          </a:xfrm>
          <a:prstGeom xmlns:a="http://schemas.openxmlformats.org/drawingml/2006/main" prst="line">
            <a:avLst/>
          </a:prstGeom>
          <a:noFill xmlns:a="http://schemas.openxmlformats.org/drawingml/2006/main"/>
          <a:ln xmlns:a="http://schemas.openxmlformats.org/drawingml/2006/main" w="9525">
            <a:solidFill>
              <a:srgbClr val="EAE0E1"/>
            </a:solidFill>
            <a:prstDash val="solid"/>
          </a:ln>
        </p:spPr>
      </p:sp>
      <p:sp>
        <p:nvSpPr>
          <p:cNvPr id="27" name="">
            <a:extLst xmlns:a="http://schemas.openxmlformats.org/drawingml/2006/main">
              <a:ext uri="{FF2B5EF4-FFF2-40B4-BE49-F238E27FC236}">
                <a16:creationId xmlns:a16="http://schemas.microsoft.com/office/drawing/2014/main" id="{58CB6CC3-04ED-467E-BA13-6A06E9671C55}"/>
              </a:ext>
            </a:extLst>
          </p:cNvPr>
          <p:cNvSpPr>
            <a:spLocks xmlns:a="http://schemas.openxmlformats.org/drawingml/2006/main" noGrp="1"/>
          </p:cNvSpPr>
          <p:nvPr/>
        </p:nvSpPr>
        <p:spPr>
          <a:xfrm xmlns:a="http://schemas.openxmlformats.org/drawingml/2006/main">
            <a:off x="1428750" y="593407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460811"/>
                </a:solidFill>
                <a:latin typeface="Courier New"/>
                <a:ea typeface="Courier New"/>
                <a:cs typeface="Courier New"/>
              </a:defRPr>
            </a:pPr>
            <a:r>
              <a:rPr sz="1800" b="1">
                <a:solidFill>
                  <a:srgbClr val="460811"/>
                </a:solidFill>
                <a:latin typeface="Courier New"/>
                <a:ea typeface="Courier New"/>
                <a:cs typeface="Courier New"/>
              </a:rPr>
              <a:t>P3–P6</a:t>
            </a:r>
          </a:p>
        </p:txBody>
      </p:sp>
      <p:sp>
        <p:nvSpPr>
          <p:cNvPr id="28" name="">
            <a:extLst xmlns:a="http://schemas.openxmlformats.org/drawingml/2006/main">
              <a:ext uri="{FF2B5EF4-FFF2-40B4-BE49-F238E27FC236}">
                <a16:creationId xmlns:a16="http://schemas.microsoft.com/office/drawing/2014/main" id="{9F12E714-FE4B-41F7-B41C-E112C15FA04D}"/>
              </a:ext>
            </a:extLst>
          </p:cNvPr>
          <p:cNvSpPr>
            <a:spLocks xmlns:a="http://schemas.openxmlformats.org/drawingml/2006/main" noGrp="1"/>
          </p:cNvSpPr>
          <p:nvPr/>
        </p:nvSpPr>
        <p:spPr>
          <a:xfrm xmlns:a="http://schemas.openxmlformats.org/drawingml/2006/main">
            <a:off x="3333750" y="593407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C9101B"/>
                </a:solidFill>
                <a:latin typeface="Courier New"/>
                <a:ea typeface="Courier New"/>
                <a:cs typeface="Courier New"/>
              </a:defRPr>
            </a:pPr>
            <a:r>
              <a:rPr sz="1800" b="1">
                <a:solidFill>
                  <a:srgbClr val="C9101B"/>
                </a:solidFill>
                <a:latin typeface="Courier New"/>
                <a:ea typeface="Courier New"/>
                <a:cs typeface="Courier New"/>
              </a:rPr>
              <a:t>P7</a:t>
            </a:r>
          </a:p>
        </p:txBody>
      </p:sp>
      <p:sp>
        <p:nvSpPr>
          <p:cNvPr id="29" name="">
            <a:extLst xmlns:a="http://schemas.openxmlformats.org/drawingml/2006/main">
              <a:ext uri="{FF2B5EF4-FFF2-40B4-BE49-F238E27FC236}">
                <a16:creationId xmlns:a16="http://schemas.microsoft.com/office/drawing/2014/main" id="{50B03208-F860-4C9F-8DD1-F07318E0E369}"/>
              </a:ext>
            </a:extLst>
          </p:cNvPr>
          <p:cNvSpPr>
            <a:spLocks xmlns:a="http://schemas.openxmlformats.org/drawingml/2006/main" noGrp="1"/>
          </p:cNvSpPr>
          <p:nvPr/>
        </p:nvSpPr>
        <p:spPr>
          <a:xfrm xmlns:a="http://schemas.openxmlformats.org/drawingml/2006/main">
            <a:off x="5429250" y="5886450"/>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5D4A4D"/>
                </a:solidFill>
                <a:latin typeface="Arial"/>
                <a:ea typeface="Arial"/>
                <a:cs typeface="Arial"/>
              </a:defRPr>
            </a:pPr>
            <a:r>
              <a:rPr sz="1800" b="0">
                <a:solidFill>
                  <a:srgbClr val="5D4A4D"/>
                </a:solidFill>
                <a:latin typeface="Arial"/>
                <a:ea typeface="Arial"/>
                <a:cs typeface="Arial"/>
              </a:rPr>
              <a:t>Puede pedir contrastar el borrador con su intención.</a:t>
            </a:r>
          </a:p>
        </p:txBody>
      </p:sp>
      <p:sp>
        <p:nvSpPr>
          <p:cNvPr id="30" name="">
            <a:extLst xmlns:a="http://schemas.openxmlformats.org/drawingml/2006/main">
              <a:ext uri="{FF2B5EF4-FFF2-40B4-BE49-F238E27FC236}">
                <a16:creationId xmlns:a16="http://schemas.microsoft.com/office/drawing/2014/main" id="{88FB039A-BBD7-4299-9304-4CBE9BF1290B}"/>
              </a:ext>
            </a:extLst>
          </p:cNvPr>
          <p:cNvSpPr>
            <a:spLocks xmlns:a="http://schemas.openxmlformats.org/drawingml/2006/main" noGrp="1"/>
          </p:cNvSpPr>
          <p:nvPr/>
        </p:nvSpPr>
        <p:spPr>
          <a:xfrm xmlns:a="http://schemas.openxmlformats.org/drawingml/2006/main">
            <a:off x="1238250" y="6486525"/>
            <a:ext cx="14763750" cy="0"/>
          </a:xfrm>
          <a:prstGeom xmlns:a="http://schemas.openxmlformats.org/drawingml/2006/main" prst="line">
            <a:avLst/>
          </a:prstGeom>
          <a:noFill xmlns:a="http://schemas.openxmlformats.org/drawingml/2006/main"/>
          <a:ln xmlns:a="http://schemas.openxmlformats.org/drawingml/2006/main" w="9525">
            <a:solidFill>
              <a:srgbClr val="EAE0E1"/>
            </a:solidFill>
            <a:prstDash val="solid"/>
          </a:ln>
        </p:spPr>
      </p:sp>
      <p:sp>
        <p:nvSpPr>
          <p:cNvPr id="31" name="">
            <a:extLst xmlns:a="http://schemas.openxmlformats.org/drawingml/2006/main">
              <a:ext uri="{FF2B5EF4-FFF2-40B4-BE49-F238E27FC236}">
                <a16:creationId xmlns:a16="http://schemas.microsoft.com/office/drawing/2014/main" id="{2FEEB787-5768-4CFC-AFBA-58134AB5122F}"/>
              </a:ext>
            </a:extLst>
          </p:cNvPr>
          <p:cNvSpPr>
            <a:spLocks xmlns:a="http://schemas.openxmlformats.org/drawingml/2006/main" noGrp="1"/>
          </p:cNvSpPr>
          <p:nvPr/>
        </p:nvSpPr>
        <p:spPr>
          <a:xfrm xmlns:a="http://schemas.openxmlformats.org/drawingml/2006/main">
            <a:off x="1238250" y="6496050"/>
            <a:ext cx="14763750" cy="781050"/>
          </a:xfrm>
          <a:prstGeom xmlns:a="http://schemas.openxmlformats.org/drawingml/2006/main" prst="rect">
            <a:avLst/>
          </a:prstGeom>
          <a:solidFill xmlns:a="http://schemas.openxmlformats.org/drawingml/2006/main">
            <a:srgbClr val="FAF5F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87CD06C-B4BA-4208-8595-F49CCE80AD3D}"/>
              </a:ext>
            </a:extLst>
          </p:cNvPr>
          <p:cNvSpPr>
            <a:spLocks xmlns:a="http://schemas.openxmlformats.org/drawingml/2006/main" noGrp="1"/>
          </p:cNvSpPr>
          <p:nvPr/>
        </p:nvSpPr>
        <p:spPr>
          <a:xfrm xmlns:a="http://schemas.openxmlformats.org/drawingml/2006/main">
            <a:off x="1428750" y="67151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460811"/>
                </a:solidFill>
                <a:latin typeface="Courier New"/>
                <a:ea typeface="Courier New"/>
                <a:cs typeface="Courier New"/>
              </a:defRPr>
            </a:pPr>
            <a:r>
              <a:rPr sz="1800" b="1">
                <a:solidFill>
                  <a:srgbClr val="460811"/>
                </a:solidFill>
                <a:latin typeface="Courier New"/>
                <a:ea typeface="Courier New"/>
                <a:cs typeface="Courier New"/>
              </a:rPr>
              <a:t>P7</a:t>
            </a:r>
          </a:p>
        </p:txBody>
      </p:sp>
      <p:sp>
        <p:nvSpPr>
          <p:cNvPr id="33" name="">
            <a:extLst xmlns:a="http://schemas.openxmlformats.org/drawingml/2006/main">
              <a:ext uri="{FF2B5EF4-FFF2-40B4-BE49-F238E27FC236}">
                <a16:creationId xmlns:a16="http://schemas.microsoft.com/office/drawing/2014/main" id="{5BEA14AF-16EB-45C9-BABF-8CAD74E3B038}"/>
              </a:ext>
            </a:extLst>
          </p:cNvPr>
          <p:cNvSpPr>
            <a:spLocks xmlns:a="http://schemas.openxmlformats.org/drawingml/2006/main" noGrp="1"/>
          </p:cNvSpPr>
          <p:nvPr/>
        </p:nvSpPr>
        <p:spPr>
          <a:xfrm xmlns:a="http://schemas.openxmlformats.org/drawingml/2006/main">
            <a:off x="3333750" y="67151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C9101B"/>
                </a:solidFill>
                <a:latin typeface="Courier New"/>
                <a:ea typeface="Courier New"/>
                <a:cs typeface="Courier New"/>
              </a:defRPr>
            </a:pPr>
            <a:r>
              <a:rPr sz="1800" b="1">
                <a:solidFill>
                  <a:srgbClr val="C9101B"/>
                </a:solidFill>
                <a:latin typeface="Courier New"/>
                <a:ea typeface="Courier New"/>
                <a:cs typeface="Courier New"/>
              </a:rPr>
              <a:t>P8 o cierre</a:t>
            </a:r>
          </a:p>
        </p:txBody>
      </p:sp>
      <p:sp>
        <p:nvSpPr>
          <p:cNvPr id="34" name="">
            <a:extLst xmlns:a="http://schemas.openxmlformats.org/drawingml/2006/main">
              <a:ext uri="{FF2B5EF4-FFF2-40B4-BE49-F238E27FC236}">
                <a16:creationId xmlns:a16="http://schemas.microsoft.com/office/drawing/2014/main" id="{1550F662-DFBE-4118-810E-D1551106A609}"/>
              </a:ext>
            </a:extLst>
          </p:cNvPr>
          <p:cNvSpPr>
            <a:spLocks xmlns:a="http://schemas.openxmlformats.org/drawingml/2006/main" noGrp="1"/>
          </p:cNvSpPr>
          <p:nvPr/>
        </p:nvSpPr>
        <p:spPr>
          <a:xfrm xmlns:a="http://schemas.openxmlformats.org/drawingml/2006/main">
            <a:off x="5429250" y="6667500"/>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5D4A4D"/>
                </a:solidFill>
                <a:latin typeface="Arial"/>
                <a:ea typeface="Arial"/>
                <a:cs typeface="Arial"/>
              </a:defRPr>
            </a:pPr>
            <a:r>
              <a:rPr sz="1800" b="0">
                <a:solidFill>
                  <a:srgbClr val="5D4A4D"/>
                </a:solidFill>
                <a:latin typeface="Arial"/>
                <a:ea typeface="Arial"/>
                <a:cs typeface="Arial"/>
              </a:rPr>
              <a:t>Anota una diferencia o decide que el borrador es suficiente.</a:t>
            </a:r>
          </a:p>
        </p:txBody>
      </p:sp>
      <p:sp>
        <p:nvSpPr>
          <p:cNvPr id="35" name="">
            <a:extLst xmlns:a="http://schemas.openxmlformats.org/drawingml/2006/main">
              <a:ext uri="{FF2B5EF4-FFF2-40B4-BE49-F238E27FC236}">
                <a16:creationId xmlns:a16="http://schemas.microsoft.com/office/drawing/2014/main" id="{DF4CE918-B3F2-402D-8748-B27FF10C2295}"/>
              </a:ext>
            </a:extLst>
          </p:cNvPr>
          <p:cNvSpPr>
            <a:spLocks xmlns:a="http://schemas.openxmlformats.org/drawingml/2006/main" noGrp="1"/>
          </p:cNvSpPr>
          <p:nvPr/>
        </p:nvSpPr>
        <p:spPr>
          <a:xfrm xmlns:a="http://schemas.openxmlformats.org/drawingml/2006/main">
            <a:off x="1238250" y="7267575"/>
            <a:ext cx="14763750" cy="0"/>
          </a:xfrm>
          <a:prstGeom xmlns:a="http://schemas.openxmlformats.org/drawingml/2006/main" prst="line">
            <a:avLst/>
          </a:prstGeom>
          <a:noFill xmlns:a="http://schemas.openxmlformats.org/drawingml/2006/main"/>
          <a:ln xmlns:a="http://schemas.openxmlformats.org/drawingml/2006/main" w="9525">
            <a:solidFill>
              <a:srgbClr val="EAE0E1"/>
            </a:solidFill>
            <a:prstDash val="solid"/>
          </a:ln>
        </p:spPr>
      </p:sp>
      <p:sp>
        <p:nvSpPr>
          <p:cNvPr id="36" name="">
            <a:extLst xmlns:a="http://schemas.openxmlformats.org/drawingml/2006/main">
              <a:ext uri="{FF2B5EF4-FFF2-40B4-BE49-F238E27FC236}">
                <a16:creationId xmlns:a16="http://schemas.microsoft.com/office/drawing/2014/main" id="{688873E7-8631-4477-81F6-5A18B6E5CEB0}"/>
              </a:ext>
            </a:extLst>
          </p:cNvPr>
          <p:cNvSpPr>
            <a:spLocks xmlns:a="http://schemas.openxmlformats.org/drawingml/2006/main" noGrp="1"/>
          </p:cNvSpPr>
          <p:nvPr/>
        </p:nvSpPr>
        <p:spPr>
          <a:xfrm xmlns:a="http://schemas.openxmlformats.org/drawingml/2006/main">
            <a:off x="1238250" y="7620000"/>
            <a:ext cx="1476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5D4A4D"/>
                </a:solidFill>
                <a:latin typeface="Arial"/>
                <a:ea typeface="Arial"/>
                <a:cs typeface="Arial"/>
              </a:defRPr>
            </a:pPr>
            <a:r>
              <a:rPr sz="1800" b="1">
                <a:solidFill>
                  <a:srgbClr val="5D4A4D"/>
                </a:solidFill>
                <a:latin typeface="Arial"/>
                <a:ea typeface="Arial"/>
                <a:cs typeface="Arial"/>
              </a:rPr>
              <a:t>La persona puede activar la relectura en cualquier fase entre P3 y P6.</a:t>
            </a:r>
          </a:p>
        </p:txBody>
      </p:sp>
    </p:spTree>
    <p:extLst>
      <p:ext uri="{BB962C8B-B14F-4D97-AF65-F5344CB8AC3E}">
        <p14:creationId xmlns:p14="http://schemas.microsoft.com/office/powerpoint/2010/main" val="8538181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a672a87cf6b4217"/>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DAD8A1-4A64-4F85-95CA-43EB642688EA}"/>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84278AB-6829-4C10-8098-9E24E7E5CCC9}"/>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03 · RESULTADOS · COHERENCIA INTERNA</a:t>
            </a:r>
          </a:p>
        </p:txBody>
      </p:sp>
      <p:sp>
        <p:nvSpPr>
          <p:cNvPr id="4" name="">
            <a:extLst xmlns:a="http://schemas.openxmlformats.org/drawingml/2006/main">
              <a:ext uri="{FF2B5EF4-FFF2-40B4-BE49-F238E27FC236}">
                <a16:creationId xmlns:a16="http://schemas.microsoft.com/office/drawing/2014/main" id="{0CD85EB0-5C2E-4574-9085-534C45D1F1D8}"/>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7EDB4016-E47F-4FB1-BBE7-E7CABF7A62CC}"/>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La lógica responde a señales de la interacción, no a un cronómetro</a:t>
            </a:r>
          </a:p>
        </p:txBody>
      </p:sp>
      <p:sp>
        <p:nvSpPr>
          <p:cNvPr id="6" name="">
            <a:extLst xmlns:a="http://schemas.openxmlformats.org/drawingml/2006/main">
              <a:ext uri="{FF2B5EF4-FFF2-40B4-BE49-F238E27FC236}">
                <a16:creationId xmlns:a16="http://schemas.microsoft.com/office/drawing/2014/main" id="{C2246D6D-D098-418C-84FE-9849A4EEA205}"/>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D97B4C67-A7D4-461B-A484-CE01B2087FEB}"/>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7EF687BF-894B-40C3-A9B6-19C27FC5496B}"/>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AFD13519-3CE1-4E71-9A12-6EA609383F82}"/>
              </a:ext>
            </a:extLst>
          </p:cNvPr>
          <p:cNvSpPr>
            <a:spLocks xmlns:a="http://schemas.openxmlformats.org/drawingml/2006/main" noGrp="1"/>
          </p:cNvSpPr>
          <p:nvPr/>
        </p:nvSpPr>
        <p:spPr>
          <a:xfrm xmlns:a="http://schemas.openxmlformats.org/drawingml/2006/main">
            <a:off x="1238250" y="2857500"/>
            <a:ext cx="95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450" b="1">
                <a:solidFill>
                  <a:srgbClr val="460811"/>
                </a:solidFill>
                <a:latin typeface="Arial"/>
                <a:ea typeface="Arial"/>
                <a:cs typeface="Arial"/>
              </a:defRPr>
            </a:pPr>
            <a:r>
              <a:rPr sz="3450" b="1">
                <a:solidFill>
                  <a:srgbClr val="460811"/>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845204B7-640B-4FCA-B930-92F9CE9693E6}"/>
              </a:ext>
            </a:extLst>
          </p:cNvPr>
          <p:cNvSpPr>
            <a:spLocks xmlns:a="http://schemas.openxmlformats.org/drawingml/2006/main" noGrp="1"/>
          </p:cNvSpPr>
          <p:nvPr/>
        </p:nvSpPr>
        <p:spPr>
          <a:xfrm xmlns:a="http://schemas.openxmlformats.org/drawingml/2006/main">
            <a:off x="2381250" y="287655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a:solidFill>
                  <a:srgbClr val="2C0509"/>
                </a:solidFill>
                <a:latin typeface="Arial"/>
                <a:ea typeface="Arial"/>
                <a:cs typeface="Arial"/>
              </a:defRPr>
            </a:pPr>
            <a:r>
              <a:rPr sz="2250" b="1">
                <a:solidFill>
                  <a:srgbClr val="2C0509"/>
                </a:solidFill>
                <a:latin typeface="Arial"/>
                <a:ea typeface="Arial"/>
                <a:cs typeface="Arial"/>
              </a:rPr>
              <a:t>Detecta una señal</a:t>
            </a:r>
          </a:p>
        </p:txBody>
      </p:sp>
      <p:sp>
        <p:nvSpPr>
          <p:cNvPr id="11" name="">
            <a:extLst xmlns:a="http://schemas.openxmlformats.org/drawingml/2006/main">
              <a:ext uri="{FF2B5EF4-FFF2-40B4-BE49-F238E27FC236}">
                <a16:creationId xmlns:a16="http://schemas.microsoft.com/office/drawing/2014/main" id="{FDC43ACF-D8AD-414C-9630-EBC2E0DEF57F}"/>
              </a:ext>
            </a:extLst>
          </p:cNvPr>
          <p:cNvSpPr>
            <a:spLocks xmlns:a="http://schemas.openxmlformats.org/drawingml/2006/main" noGrp="1"/>
          </p:cNvSpPr>
          <p:nvPr/>
        </p:nvSpPr>
        <p:spPr>
          <a:xfrm xmlns:a="http://schemas.openxmlformats.org/drawingml/2006/main">
            <a:off x="7239000" y="28765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950" b="0">
                <a:solidFill>
                  <a:srgbClr val="5D4A4D"/>
                </a:solidFill>
                <a:latin typeface="Arial"/>
                <a:ea typeface="Arial"/>
                <a:cs typeface="Arial"/>
              </a:defRPr>
            </a:pPr>
            <a:r>
              <a:rPr sz="1950" b="0">
                <a:solidFill>
                  <a:srgbClr val="5D4A4D"/>
                </a:solidFill>
                <a:latin typeface="Arial"/>
                <a:ea typeface="Arial"/>
                <a:cs typeface="Arial"/>
              </a:rPr>
              <a:t>Bloqueo, repetición, duda o discrepancia.</a:t>
            </a:r>
          </a:p>
        </p:txBody>
      </p:sp>
      <p:sp>
        <p:nvSpPr>
          <p:cNvPr id="12" name="">
            <a:extLst xmlns:a="http://schemas.openxmlformats.org/drawingml/2006/main">
              <a:ext uri="{FF2B5EF4-FFF2-40B4-BE49-F238E27FC236}">
                <a16:creationId xmlns:a16="http://schemas.microsoft.com/office/drawing/2014/main" id="{933A4B63-C328-4971-8C09-8B385BACE4C4}"/>
              </a:ext>
            </a:extLst>
          </p:cNvPr>
          <p:cNvSpPr>
            <a:spLocks xmlns:a="http://schemas.openxmlformats.org/drawingml/2006/main" noGrp="1"/>
          </p:cNvSpPr>
          <p:nvPr/>
        </p:nvSpPr>
        <p:spPr>
          <a:xfrm xmlns:a="http://schemas.openxmlformats.org/drawingml/2006/main">
            <a:off x="2381250" y="3676650"/>
            <a:ext cx="1362075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13" name="">
            <a:extLst xmlns:a="http://schemas.openxmlformats.org/drawingml/2006/main">
              <a:ext uri="{FF2B5EF4-FFF2-40B4-BE49-F238E27FC236}">
                <a16:creationId xmlns:a16="http://schemas.microsoft.com/office/drawing/2014/main" id="{CCF5720B-8818-48C1-BFE5-1396D209E8DE}"/>
              </a:ext>
            </a:extLst>
          </p:cNvPr>
          <p:cNvSpPr>
            <a:spLocks xmlns:a="http://schemas.openxmlformats.org/drawingml/2006/main" noGrp="1"/>
          </p:cNvSpPr>
          <p:nvPr/>
        </p:nvSpPr>
        <p:spPr>
          <a:xfrm xmlns:a="http://schemas.openxmlformats.org/drawingml/2006/main">
            <a:off x="1238250" y="4152900"/>
            <a:ext cx="95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450" b="1">
                <a:solidFill>
                  <a:srgbClr val="C9101B"/>
                </a:solidFill>
                <a:latin typeface="Arial"/>
                <a:ea typeface="Arial"/>
                <a:cs typeface="Arial"/>
              </a:defRPr>
            </a:pPr>
            <a:r>
              <a:rPr sz="3450" b="1">
                <a:solidFill>
                  <a:srgbClr val="C9101B"/>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0EC9DD62-2C01-4417-9413-7FEA3346B631}"/>
              </a:ext>
            </a:extLst>
          </p:cNvPr>
          <p:cNvSpPr>
            <a:spLocks xmlns:a="http://schemas.openxmlformats.org/drawingml/2006/main" noGrp="1"/>
          </p:cNvSpPr>
          <p:nvPr/>
        </p:nvSpPr>
        <p:spPr>
          <a:xfrm xmlns:a="http://schemas.openxmlformats.org/drawingml/2006/main">
            <a:off x="2381250" y="417195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a:solidFill>
                  <a:srgbClr val="2C0509"/>
                </a:solidFill>
                <a:latin typeface="Arial"/>
                <a:ea typeface="Arial"/>
                <a:cs typeface="Arial"/>
              </a:defRPr>
            </a:pPr>
            <a:r>
              <a:rPr sz="2250" b="1">
                <a:solidFill>
                  <a:srgbClr val="2C0509"/>
                </a:solidFill>
                <a:latin typeface="Arial"/>
                <a:ea typeface="Arial"/>
                <a:cs typeface="Arial"/>
              </a:rPr>
              <a:t>Activa una pregunta</a:t>
            </a:r>
          </a:p>
        </p:txBody>
      </p:sp>
      <p:sp>
        <p:nvSpPr>
          <p:cNvPr id="15" name="">
            <a:extLst xmlns:a="http://schemas.openxmlformats.org/drawingml/2006/main">
              <a:ext uri="{FF2B5EF4-FFF2-40B4-BE49-F238E27FC236}">
                <a16:creationId xmlns:a16="http://schemas.microsoft.com/office/drawing/2014/main" id="{6A79FA68-C5AA-4F6C-AD5F-1CFF41D695F0}"/>
              </a:ext>
            </a:extLst>
          </p:cNvPr>
          <p:cNvSpPr>
            <a:spLocks xmlns:a="http://schemas.openxmlformats.org/drawingml/2006/main" noGrp="1"/>
          </p:cNvSpPr>
          <p:nvPr/>
        </p:nvSpPr>
        <p:spPr>
          <a:xfrm xmlns:a="http://schemas.openxmlformats.org/drawingml/2006/main">
            <a:off x="7239000" y="41719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950" b="0">
                <a:solidFill>
                  <a:srgbClr val="5D4A4D"/>
                </a:solidFill>
                <a:latin typeface="Arial"/>
                <a:ea typeface="Arial"/>
                <a:cs typeface="Arial"/>
              </a:defRPr>
            </a:pPr>
            <a:r>
              <a:rPr sz="1950" b="0">
                <a:solidFill>
                  <a:srgbClr val="5D4A4D"/>
                </a:solidFill>
                <a:latin typeface="Arial"/>
                <a:ea typeface="Arial"/>
                <a:cs typeface="Arial"/>
              </a:rPr>
              <a:t>Usa las palabras que el escritor ya aportó.</a:t>
            </a:r>
          </a:p>
        </p:txBody>
      </p:sp>
      <p:sp>
        <p:nvSpPr>
          <p:cNvPr id="16" name="">
            <a:extLst xmlns:a="http://schemas.openxmlformats.org/drawingml/2006/main">
              <a:ext uri="{FF2B5EF4-FFF2-40B4-BE49-F238E27FC236}">
                <a16:creationId xmlns:a16="http://schemas.microsoft.com/office/drawing/2014/main" id="{9EB4A8CE-F291-471E-879C-A20EFCAD5888}"/>
              </a:ext>
            </a:extLst>
          </p:cNvPr>
          <p:cNvSpPr>
            <a:spLocks xmlns:a="http://schemas.openxmlformats.org/drawingml/2006/main" noGrp="1"/>
          </p:cNvSpPr>
          <p:nvPr/>
        </p:nvSpPr>
        <p:spPr>
          <a:xfrm xmlns:a="http://schemas.openxmlformats.org/drawingml/2006/main">
            <a:off x="2381250" y="4972050"/>
            <a:ext cx="1362075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17" name="">
            <a:extLst xmlns:a="http://schemas.openxmlformats.org/drawingml/2006/main">
              <a:ext uri="{FF2B5EF4-FFF2-40B4-BE49-F238E27FC236}">
                <a16:creationId xmlns:a16="http://schemas.microsoft.com/office/drawing/2014/main" id="{9FA070BD-7CDD-476F-BCA9-061FB53BAB98}"/>
              </a:ext>
            </a:extLst>
          </p:cNvPr>
          <p:cNvSpPr>
            <a:spLocks xmlns:a="http://schemas.openxmlformats.org/drawingml/2006/main" noGrp="1"/>
          </p:cNvSpPr>
          <p:nvPr/>
        </p:nvSpPr>
        <p:spPr>
          <a:xfrm xmlns:a="http://schemas.openxmlformats.org/drawingml/2006/main">
            <a:off x="1238250" y="5448300"/>
            <a:ext cx="95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450" b="1">
                <a:solidFill>
                  <a:srgbClr val="9A7200"/>
                </a:solidFill>
                <a:latin typeface="Arial"/>
                <a:ea typeface="Arial"/>
                <a:cs typeface="Arial"/>
              </a:defRPr>
            </a:pPr>
            <a:r>
              <a:rPr sz="3450" b="1">
                <a:solidFill>
                  <a:srgbClr val="9A7200"/>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0777320-A6C8-4AC4-A4E5-4393BAE57C24}"/>
              </a:ext>
            </a:extLst>
          </p:cNvPr>
          <p:cNvSpPr>
            <a:spLocks xmlns:a="http://schemas.openxmlformats.org/drawingml/2006/main" noGrp="1"/>
          </p:cNvSpPr>
          <p:nvPr/>
        </p:nvSpPr>
        <p:spPr>
          <a:xfrm xmlns:a="http://schemas.openxmlformats.org/drawingml/2006/main">
            <a:off x="2381250" y="546735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a:solidFill>
                  <a:srgbClr val="2C0509"/>
                </a:solidFill>
                <a:latin typeface="Arial"/>
                <a:ea typeface="Arial"/>
                <a:cs typeface="Arial"/>
              </a:defRPr>
            </a:pPr>
            <a:r>
              <a:rPr sz="2250" b="1">
                <a:solidFill>
                  <a:srgbClr val="2C0509"/>
                </a:solidFill>
                <a:latin typeface="Arial"/>
                <a:ea typeface="Arial"/>
                <a:cs typeface="Arial"/>
              </a:rPr>
              <a:t>Respeta la ruta elegida</a:t>
            </a:r>
          </a:p>
        </p:txBody>
      </p:sp>
      <p:sp>
        <p:nvSpPr>
          <p:cNvPr id="19" name="">
            <a:extLst xmlns:a="http://schemas.openxmlformats.org/drawingml/2006/main">
              <a:ext uri="{FF2B5EF4-FFF2-40B4-BE49-F238E27FC236}">
                <a16:creationId xmlns:a16="http://schemas.microsoft.com/office/drawing/2014/main" id="{C8782535-456F-4A57-BFA1-E26B9FBE0924}"/>
              </a:ext>
            </a:extLst>
          </p:cNvPr>
          <p:cNvSpPr>
            <a:spLocks xmlns:a="http://schemas.openxmlformats.org/drawingml/2006/main" noGrp="1"/>
          </p:cNvSpPr>
          <p:nvPr/>
        </p:nvSpPr>
        <p:spPr>
          <a:xfrm xmlns:a="http://schemas.openxmlformats.org/drawingml/2006/main">
            <a:off x="7239000" y="54673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950" b="0">
                <a:solidFill>
                  <a:srgbClr val="5D4A4D"/>
                </a:solidFill>
                <a:latin typeface="Arial"/>
                <a:ea typeface="Arial"/>
                <a:cs typeface="Arial"/>
              </a:defRPr>
            </a:pPr>
            <a:r>
              <a:rPr sz="1950" b="0">
                <a:solidFill>
                  <a:srgbClr val="5D4A4D"/>
                </a:solidFill>
                <a:latin typeface="Arial"/>
                <a:ea typeface="Arial"/>
                <a:cs typeface="Arial"/>
              </a:rPr>
              <a:t>Puede omitir la reflexión o continuar.</a:t>
            </a:r>
          </a:p>
        </p:txBody>
      </p:sp>
      <p:sp>
        <p:nvSpPr>
          <p:cNvPr id="20" name="">
            <a:extLst xmlns:a="http://schemas.openxmlformats.org/drawingml/2006/main">
              <a:ext uri="{FF2B5EF4-FFF2-40B4-BE49-F238E27FC236}">
                <a16:creationId xmlns:a16="http://schemas.microsoft.com/office/drawing/2014/main" id="{109A3C0D-2417-4BAD-83A7-50FE80A25CCC}"/>
              </a:ext>
            </a:extLst>
          </p:cNvPr>
          <p:cNvSpPr>
            <a:spLocks xmlns:a="http://schemas.openxmlformats.org/drawingml/2006/main" noGrp="1"/>
          </p:cNvSpPr>
          <p:nvPr/>
        </p:nvSpPr>
        <p:spPr>
          <a:xfrm xmlns:a="http://schemas.openxmlformats.org/drawingml/2006/main">
            <a:off x="2381250" y="6267450"/>
            <a:ext cx="1362075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21" name="">
            <a:extLst xmlns:a="http://schemas.openxmlformats.org/drawingml/2006/main">
              <a:ext uri="{FF2B5EF4-FFF2-40B4-BE49-F238E27FC236}">
                <a16:creationId xmlns:a16="http://schemas.microsoft.com/office/drawing/2014/main" id="{BCB97FB6-C0B7-481F-9175-F5BC061148EA}"/>
              </a:ext>
            </a:extLst>
          </p:cNvPr>
          <p:cNvSpPr>
            <a:spLocks xmlns:a="http://schemas.openxmlformats.org/drawingml/2006/main" noGrp="1"/>
          </p:cNvSpPr>
          <p:nvPr/>
        </p:nvSpPr>
        <p:spPr>
          <a:xfrm xmlns:a="http://schemas.openxmlformats.org/drawingml/2006/main">
            <a:off x="1238250" y="6743700"/>
            <a:ext cx="95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450" b="1">
                <a:solidFill>
                  <a:srgbClr val="460811"/>
                </a:solidFill>
                <a:latin typeface="Arial"/>
                <a:ea typeface="Arial"/>
                <a:cs typeface="Arial"/>
              </a:defRPr>
            </a:pPr>
            <a:r>
              <a:rPr sz="3450" b="1">
                <a:solidFill>
                  <a:srgbClr val="460811"/>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CA365700-6B90-47F5-8667-E0337D24B0AD}"/>
              </a:ext>
            </a:extLst>
          </p:cNvPr>
          <p:cNvSpPr>
            <a:spLocks xmlns:a="http://schemas.openxmlformats.org/drawingml/2006/main" noGrp="1"/>
          </p:cNvSpPr>
          <p:nvPr/>
        </p:nvSpPr>
        <p:spPr>
          <a:xfrm xmlns:a="http://schemas.openxmlformats.org/drawingml/2006/main">
            <a:off x="2381250" y="676275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a:solidFill>
                  <a:srgbClr val="2C0509"/>
                </a:solidFill>
                <a:latin typeface="Arial"/>
                <a:ea typeface="Arial"/>
                <a:cs typeface="Arial"/>
              </a:defRPr>
            </a:pPr>
            <a:r>
              <a:rPr sz="2250" b="1">
                <a:solidFill>
                  <a:srgbClr val="2C0509"/>
                </a:solidFill>
                <a:latin typeface="Arial"/>
                <a:ea typeface="Arial"/>
                <a:cs typeface="Arial"/>
              </a:rPr>
              <a:t>Cierra el ciclo</a:t>
            </a:r>
          </a:p>
        </p:txBody>
      </p:sp>
      <p:sp>
        <p:nvSpPr>
          <p:cNvPr id="23" name="">
            <a:extLst xmlns:a="http://schemas.openxmlformats.org/drawingml/2006/main">
              <a:ext uri="{FF2B5EF4-FFF2-40B4-BE49-F238E27FC236}">
                <a16:creationId xmlns:a16="http://schemas.microsoft.com/office/drawing/2014/main" id="{68BA890C-50FC-42CF-A0C4-F21BE2E906B7}"/>
              </a:ext>
            </a:extLst>
          </p:cNvPr>
          <p:cNvSpPr>
            <a:spLocks xmlns:a="http://schemas.openxmlformats.org/drawingml/2006/main" noGrp="1"/>
          </p:cNvSpPr>
          <p:nvPr/>
        </p:nvSpPr>
        <p:spPr>
          <a:xfrm xmlns:a="http://schemas.openxmlformats.org/drawingml/2006/main">
            <a:off x="7239000" y="67627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950" b="0">
                <a:solidFill>
                  <a:srgbClr val="5D4A4D"/>
                </a:solidFill>
                <a:latin typeface="Arial"/>
                <a:ea typeface="Arial"/>
                <a:cs typeface="Arial"/>
              </a:defRPr>
            </a:pPr>
            <a:r>
              <a:rPr sz="1950" b="0">
                <a:solidFill>
                  <a:srgbClr val="5D4A4D"/>
                </a:solidFill>
                <a:latin typeface="Arial"/>
                <a:ea typeface="Arial"/>
                <a:cs typeface="Arial"/>
              </a:rPr>
              <a:t>Reconoce una diferencia o acepta que el texto basta.</a:t>
            </a:r>
          </a:p>
        </p:txBody>
      </p:sp>
      <p:sp>
        <p:nvSpPr>
          <p:cNvPr id="24" name="">
            <a:extLst xmlns:a="http://schemas.openxmlformats.org/drawingml/2006/main">
              <a:ext uri="{FF2B5EF4-FFF2-40B4-BE49-F238E27FC236}">
                <a16:creationId xmlns:a16="http://schemas.microsoft.com/office/drawing/2014/main" id="{399BBBA3-14CA-4488-AA68-FF5F5A5EB99E}"/>
              </a:ext>
            </a:extLst>
          </p:cNvPr>
          <p:cNvSpPr>
            <a:spLocks xmlns:a="http://schemas.openxmlformats.org/drawingml/2006/main" noGrp="1"/>
          </p:cNvSpPr>
          <p:nvPr/>
        </p:nvSpPr>
        <p:spPr>
          <a:xfrm xmlns:a="http://schemas.openxmlformats.org/drawingml/2006/main">
            <a:off x="2381250" y="7562850"/>
            <a:ext cx="1362075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25" name="">
            <a:extLst xmlns:a="http://schemas.openxmlformats.org/drawingml/2006/main">
              <a:ext uri="{FF2B5EF4-FFF2-40B4-BE49-F238E27FC236}">
                <a16:creationId xmlns:a16="http://schemas.microsoft.com/office/drawing/2014/main" id="{DA1EA418-DCB2-421B-A7C8-1F77DDEA949C}"/>
              </a:ext>
            </a:extLst>
          </p:cNvPr>
          <p:cNvSpPr>
            <a:spLocks xmlns:a="http://schemas.openxmlformats.org/drawingml/2006/main" noGrp="1"/>
          </p:cNvSpPr>
          <p:nvPr/>
        </p:nvSpPr>
        <p:spPr>
          <a:xfrm xmlns:a="http://schemas.openxmlformats.org/drawingml/2006/main">
            <a:off x="1238250" y="8239125"/>
            <a:ext cx="1428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0">
                <a:solidFill>
                  <a:srgbClr val="8D7A7D"/>
                </a:solidFill>
                <a:latin typeface="Courier New"/>
                <a:ea typeface="Courier New"/>
                <a:cs typeface="Courier New"/>
              </a:defRPr>
            </a:pPr>
            <a:r>
              <a:rPr sz="1725" b="0">
                <a:solidFill>
                  <a:srgbClr val="8D7A7D"/>
                </a:solidFill>
                <a:latin typeface="Courier New"/>
                <a:ea typeface="Courier New"/>
                <a:cs typeface="Courier New"/>
              </a:rPr>
              <a:t>La figura 4 formaliza las decisiones y sus rutas de salida.</a:t>
            </a:r>
          </a:p>
        </p:txBody>
      </p:sp>
    </p:spTree>
    <p:extLst>
      <p:ext uri="{BB962C8B-B14F-4D97-AF65-F5344CB8AC3E}">
        <p14:creationId xmlns:p14="http://schemas.microsoft.com/office/powerpoint/2010/main" val="101553086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5677450f08a47c9"/>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C3275A-4987-48D7-A003-A5E925F59C70}"/>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6F2B6B-4866-4957-B7E8-41B30BF29A1D}"/>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03 · RESULTADOS · PRUEBAS DE ESCRITORIO</a:t>
            </a:r>
          </a:p>
        </p:txBody>
      </p:sp>
      <p:sp>
        <p:nvSpPr>
          <p:cNvPr id="4" name="">
            <a:extLst xmlns:a="http://schemas.openxmlformats.org/drawingml/2006/main">
              <a:ext uri="{FF2B5EF4-FFF2-40B4-BE49-F238E27FC236}">
                <a16:creationId xmlns:a16="http://schemas.microsoft.com/office/drawing/2014/main" id="{2239B6DE-5336-438B-BD16-E3366079532A}"/>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4CB87A4B-B6BE-4EDD-AAE9-BAA292D8744F}"/>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Tres perfiles recorren la misma guía desde puntos de partida distintos</a:t>
            </a:r>
          </a:p>
        </p:txBody>
      </p:sp>
      <p:sp>
        <p:nvSpPr>
          <p:cNvPr id="6" name="">
            <a:extLst xmlns:a="http://schemas.openxmlformats.org/drawingml/2006/main">
              <a:ext uri="{FF2B5EF4-FFF2-40B4-BE49-F238E27FC236}">
                <a16:creationId xmlns:a16="http://schemas.microsoft.com/office/drawing/2014/main" id="{264ADE90-C5C4-4E8F-B71E-61AF260244C4}"/>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9E4053B8-A890-4D89-BA6F-FBBE18D8E444}"/>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11C87750-D533-479C-911A-849175C1F298}"/>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5900A8A8-331B-455C-9C86-7BD5AD27EF07}"/>
              </a:ext>
            </a:extLst>
          </p:cNvPr>
          <p:cNvSpPr>
            <a:spLocks xmlns:a="http://schemas.openxmlformats.org/drawingml/2006/main" noGrp="1"/>
          </p:cNvSpPr>
          <p:nvPr/>
        </p:nvSpPr>
        <p:spPr>
          <a:xfrm xmlns:a="http://schemas.openxmlformats.org/drawingml/2006/main">
            <a:off x="1238250" y="3190875"/>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460811"/>
                </a:solidFill>
                <a:latin typeface="Courier New"/>
                <a:ea typeface="Courier New"/>
                <a:cs typeface="Courier New"/>
              </a:defRPr>
            </a:pPr>
            <a:r>
              <a:rPr sz="1875" b="1">
                <a:solidFill>
                  <a:srgbClr val="460811"/>
                </a:solidFill>
                <a:latin typeface="Courier New"/>
                <a:ea typeface="Courier New"/>
                <a:cs typeface="Courier New"/>
              </a:rPr>
              <a:t>NOVATO</a:t>
            </a:r>
          </a:p>
        </p:txBody>
      </p:sp>
      <p:sp>
        <p:nvSpPr>
          <p:cNvPr id="10" name="">
            <a:extLst xmlns:a="http://schemas.openxmlformats.org/drawingml/2006/main">
              <a:ext uri="{FF2B5EF4-FFF2-40B4-BE49-F238E27FC236}">
                <a16:creationId xmlns:a16="http://schemas.microsoft.com/office/drawing/2014/main" id="{47CBF30A-022C-463E-A35F-29FFCA4976DA}"/>
              </a:ext>
            </a:extLst>
          </p:cNvPr>
          <p:cNvSpPr>
            <a:spLocks xmlns:a="http://schemas.openxmlformats.org/drawingml/2006/main" noGrp="1"/>
          </p:cNvSpPr>
          <p:nvPr/>
        </p:nvSpPr>
        <p:spPr>
          <a:xfrm xmlns:a="http://schemas.openxmlformats.org/drawingml/2006/main">
            <a:off x="1238250" y="3714750"/>
            <a:ext cx="4191000" cy="0"/>
          </a:xfrm>
          <a:prstGeom xmlns:a="http://schemas.openxmlformats.org/drawingml/2006/main" prst="line">
            <a:avLst/>
          </a:prstGeom>
          <a:noFill xmlns:a="http://schemas.openxmlformats.org/drawingml/2006/main"/>
          <a:ln xmlns:a="http://schemas.openxmlformats.org/drawingml/2006/main" w="47625">
            <a:solidFill>
              <a:srgbClr val="460811"/>
            </a:solidFill>
            <a:prstDash val="solid"/>
          </a:ln>
        </p:spPr>
      </p:sp>
      <p:sp>
        <p:nvSpPr>
          <p:cNvPr id="11" name="">
            <a:extLst xmlns:a="http://schemas.openxmlformats.org/drawingml/2006/main">
              <a:ext uri="{FF2B5EF4-FFF2-40B4-BE49-F238E27FC236}">
                <a16:creationId xmlns:a16="http://schemas.microsoft.com/office/drawing/2014/main" id="{DF1C490E-0346-43D2-A8C0-FD7CDF8F58F9}"/>
              </a:ext>
            </a:extLst>
          </p:cNvPr>
          <p:cNvSpPr>
            <a:spLocks xmlns:a="http://schemas.openxmlformats.org/drawingml/2006/main" noGrp="1"/>
          </p:cNvSpPr>
          <p:nvPr/>
        </p:nvSpPr>
        <p:spPr>
          <a:xfrm xmlns:a="http://schemas.openxmlformats.org/drawingml/2006/main">
            <a:off x="1238250" y="4000500"/>
            <a:ext cx="4286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250" b="1">
                <a:solidFill>
                  <a:srgbClr val="2C0509"/>
                </a:solidFill>
                <a:latin typeface="Arial"/>
                <a:ea typeface="Arial"/>
                <a:cs typeface="Arial"/>
              </a:defRPr>
            </a:pPr>
            <a:r>
              <a:rPr sz="2250" b="1">
                <a:solidFill>
                  <a:srgbClr val="2C0509"/>
                </a:solidFill>
                <a:latin typeface="Arial"/>
                <a:ea typeface="Arial"/>
                <a:cs typeface="Arial"/>
              </a:rPr>
              <a:t>Parte de una idea suelta.</a:t>
            </a:r>
          </a:p>
        </p:txBody>
      </p:sp>
      <p:sp>
        <p:nvSpPr>
          <p:cNvPr id="12" name="">
            <a:extLst xmlns:a="http://schemas.openxmlformats.org/drawingml/2006/main">
              <a:ext uri="{FF2B5EF4-FFF2-40B4-BE49-F238E27FC236}">
                <a16:creationId xmlns:a16="http://schemas.microsoft.com/office/drawing/2014/main" id="{C55179F6-22C1-42BF-8C2F-B7EBA1E65846}"/>
              </a:ext>
            </a:extLst>
          </p:cNvPr>
          <p:cNvSpPr>
            <a:spLocks xmlns:a="http://schemas.openxmlformats.org/drawingml/2006/main" noGrp="1"/>
          </p:cNvSpPr>
          <p:nvPr/>
        </p:nvSpPr>
        <p:spPr>
          <a:xfrm xmlns:a="http://schemas.openxmlformats.org/drawingml/2006/main">
            <a:off x="1238250" y="5095875"/>
            <a:ext cx="4286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875" b="0">
                <a:solidFill>
                  <a:srgbClr val="5D4A4D"/>
                </a:solidFill>
                <a:latin typeface="Arial"/>
                <a:ea typeface="Arial"/>
                <a:cs typeface="Arial"/>
              </a:defRPr>
            </a:pPr>
            <a:r>
              <a:rPr sz="1875" b="0">
                <a:solidFill>
                  <a:srgbClr val="5D4A4D"/>
                </a:solidFill>
                <a:latin typeface="Arial"/>
                <a:ea typeface="Arial"/>
                <a:cs typeface="Arial"/>
              </a:rPr>
              <a:t>Recorrido más amplio; requiere apoyo desde el inicio.</a:t>
            </a:r>
          </a:p>
        </p:txBody>
      </p:sp>
      <p:sp>
        <p:nvSpPr>
          <p:cNvPr id="13" name="">
            <a:extLst xmlns:a="http://schemas.openxmlformats.org/drawingml/2006/main">
              <a:ext uri="{FF2B5EF4-FFF2-40B4-BE49-F238E27FC236}">
                <a16:creationId xmlns:a16="http://schemas.microsoft.com/office/drawing/2014/main" id="{819205E7-3567-480F-A021-34A67897F62D}"/>
              </a:ext>
            </a:extLst>
          </p:cNvPr>
          <p:cNvSpPr>
            <a:spLocks xmlns:a="http://schemas.openxmlformats.org/drawingml/2006/main" noGrp="1"/>
          </p:cNvSpPr>
          <p:nvPr/>
        </p:nvSpPr>
        <p:spPr>
          <a:xfrm xmlns:a="http://schemas.openxmlformats.org/drawingml/2006/main">
            <a:off x="6667500" y="3190875"/>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C9101B"/>
                </a:solidFill>
                <a:latin typeface="Courier New"/>
                <a:ea typeface="Courier New"/>
                <a:cs typeface="Courier New"/>
              </a:defRPr>
            </a:pPr>
            <a:r>
              <a:rPr sz="1875" b="1">
                <a:solidFill>
                  <a:srgbClr val="C9101B"/>
                </a:solidFill>
                <a:latin typeface="Courier New"/>
                <a:ea typeface="Courier New"/>
                <a:cs typeface="Courier New"/>
              </a:rPr>
              <a:t>COMPETENTE</a:t>
            </a:r>
          </a:p>
        </p:txBody>
      </p:sp>
      <p:sp>
        <p:nvSpPr>
          <p:cNvPr id="14" name="">
            <a:extLst xmlns:a="http://schemas.openxmlformats.org/drawingml/2006/main">
              <a:ext uri="{FF2B5EF4-FFF2-40B4-BE49-F238E27FC236}">
                <a16:creationId xmlns:a16="http://schemas.microsoft.com/office/drawing/2014/main" id="{FD2108E8-13E8-4998-A846-F0361114F087}"/>
              </a:ext>
            </a:extLst>
          </p:cNvPr>
          <p:cNvSpPr>
            <a:spLocks xmlns:a="http://schemas.openxmlformats.org/drawingml/2006/main" noGrp="1"/>
          </p:cNvSpPr>
          <p:nvPr/>
        </p:nvSpPr>
        <p:spPr>
          <a:xfrm xmlns:a="http://schemas.openxmlformats.org/drawingml/2006/main">
            <a:off x="6667500" y="3714750"/>
            <a:ext cx="4191000" cy="0"/>
          </a:xfrm>
          <a:prstGeom xmlns:a="http://schemas.openxmlformats.org/drawingml/2006/main" prst="line">
            <a:avLst/>
          </a:prstGeom>
          <a:noFill xmlns:a="http://schemas.openxmlformats.org/drawingml/2006/main"/>
          <a:ln xmlns:a="http://schemas.openxmlformats.org/drawingml/2006/main" w="47625">
            <a:solidFill>
              <a:srgbClr val="C9101B"/>
            </a:solidFill>
            <a:prstDash val="solid"/>
          </a:ln>
        </p:spPr>
      </p:sp>
      <p:sp>
        <p:nvSpPr>
          <p:cNvPr id="15" name="">
            <a:extLst xmlns:a="http://schemas.openxmlformats.org/drawingml/2006/main">
              <a:ext uri="{FF2B5EF4-FFF2-40B4-BE49-F238E27FC236}">
                <a16:creationId xmlns:a16="http://schemas.microsoft.com/office/drawing/2014/main" id="{49049BDE-183B-4D3F-A4C9-61F71F93A67A}"/>
              </a:ext>
            </a:extLst>
          </p:cNvPr>
          <p:cNvSpPr>
            <a:spLocks xmlns:a="http://schemas.openxmlformats.org/drawingml/2006/main" noGrp="1"/>
          </p:cNvSpPr>
          <p:nvPr/>
        </p:nvSpPr>
        <p:spPr>
          <a:xfrm xmlns:a="http://schemas.openxmlformats.org/drawingml/2006/main">
            <a:off x="6667500" y="4000500"/>
            <a:ext cx="4286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250" b="1">
                <a:solidFill>
                  <a:srgbClr val="2C0509"/>
                </a:solidFill>
                <a:latin typeface="Arial"/>
                <a:ea typeface="Arial"/>
                <a:cs typeface="Arial"/>
              </a:defRPr>
            </a:pPr>
            <a:r>
              <a:rPr sz="2250" b="1">
                <a:solidFill>
                  <a:srgbClr val="2C0509"/>
                </a:solidFill>
                <a:latin typeface="Arial"/>
                <a:ea typeface="Arial"/>
                <a:cs typeface="Arial"/>
              </a:rPr>
              <a:t>Llega con notas o ideas organizadas.</a:t>
            </a:r>
          </a:p>
        </p:txBody>
      </p:sp>
      <p:sp>
        <p:nvSpPr>
          <p:cNvPr id="16" name="">
            <a:extLst xmlns:a="http://schemas.openxmlformats.org/drawingml/2006/main">
              <a:ext uri="{FF2B5EF4-FFF2-40B4-BE49-F238E27FC236}">
                <a16:creationId xmlns:a16="http://schemas.microsoft.com/office/drawing/2014/main" id="{8CB9168B-9F49-450F-9D78-77D1A104542F}"/>
              </a:ext>
            </a:extLst>
          </p:cNvPr>
          <p:cNvSpPr>
            <a:spLocks xmlns:a="http://schemas.openxmlformats.org/drawingml/2006/main" noGrp="1"/>
          </p:cNvSpPr>
          <p:nvPr/>
        </p:nvSpPr>
        <p:spPr>
          <a:xfrm xmlns:a="http://schemas.openxmlformats.org/drawingml/2006/main">
            <a:off x="6667500" y="5095875"/>
            <a:ext cx="4286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875" b="0">
                <a:solidFill>
                  <a:srgbClr val="5D4A4D"/>
                </a:solidFill>
                <a:latin typeface="Arial"/>
                <a:ea typeface="Arial"/>
                <a:cs typeface="Arial"/>
              </a:defRPr>
            </a:pPr>
            <a:r>
              <a:rPr sz="1875" b="0">
                <a:solidFill>
                  <a:srgbClr val="5D4A4D"/>
                </a:solidFill>
                <a:latin typeface="Arial"/>
                <a:ea typeface="Arial"/>
                <a:cs typeface="Arial"/>
              </a:rPr>
              <a:t>La guía activa ayudas puntuales según sus dudas.</a:t>
            </a:r>
          </a:p>
        </p:txBody>
      </p:sp>
      <p:sp>
        <p:nvSpPr>
          <p:cNvPr id="17" name="">
            <a:extLst xmlns:a="http://schemas.openxmlformats.org/drawingml/2006/main">
              <a:ext uri="{FF2B5EF4-FFF2-40B4-BE49-F238E27FC236}">
                <a16:creationId xmlns:a16="http://schemas.microsoft.com/office/drawing/2014/main" id="{85B8C6D8-D2B7-43D8-8ABB-6EA4CA4402D0}"/>
              </a:ext>
            </a:extLst>
          </p:cNvPr>
          <p:cNvSpPr>
            <a:spLocks xmlns:a="http://schemas.openxmlformats.org/drawingml/2006/main" noGrp="1"/>
          </p:cNvSpPr>
          <p:nvPr/>
        </p:nvSpPr>
        <p:spPr>
          <a:xfrm xmlns:a="http://schemas.openxmlformats.org/drawingml/2006/main">
            <a:off x="12096750" y="3190875"/>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9A7200"/>
                </a:solidFill>
                <a:latin typeface="Courier New"/>
                <a:ea typeface="Courier New"/>
                <a:cs typeface="Courier New"/>
              </a:defRPr>
            </a:pPr>
            <a:r>
              <a:rPr sz="1875" b="1">
                <a:solidFill>
                  <a:srgbClr val="9A7200"/>
                </a:solidFill>
                <a:latin typeface="Courier New"/>
                <a:ea typeface="Courier New"/>
                <a:cs typeface="Courier New"/>
              </a:rPr>
              <a:t>EXPERTO</a:t>
            </a:r>
          </a:p>
        </p:txBody>
      </p:sp>
      <p:sp>
        <p:nvSpPr>
          <p:cNvPr id="18" name="">
            <a:extLst xmlns:a="http://schemas.openxmlformats.org/drawingml/2006/main">
              <a:ext uri="{FF2B5EF4-FFF2-40B4-BE49-F238E27FC236}">
                <a16:creationId xmlns:a16="http://schemas.microsoft.com/office/drawing/2014/main" id="{D3FFC20B-1128-4694-B86A-3C1CA05061D8}"/>
              </a:ext>
            </a:extLst>
          </p:cNvPr>
          <p:cNvSpPr>
            <a:spLocks xmlns:a="http://schemas.openxmlformats.org/drawingml/2006/main" noGrp="1"/>
          </p:cNvSpPr>
          <p:nvPr/>
        </p:nvSpPr>
        <p:spPr>
          <a:xfrm xmlns:a="http://schemas.openxmlformats.org/drawingml/2006/main">
            <a:off x="12096750" y="3714750"/>
            <a:ext cx="4191000" cy="0"/>
          </a:xfrm>
          <a:prstGeom xmlns:a="http://schemas.openxmlformats.org/drawingml/2006/main" prst="line">
            <a:avLst/>
          </a:prstGeom>
          <a:noFill xmlns:a="http://schemas.openxmlformats.org/drawingml/2006/main"/>
          <a:ln xmlns:a="http://schemas.openxmlformats.org/drawingml/2006/main" w="47625">
            <a:solidFill>
              <a:srgbClr val="9A7200"/>
            </a:solidFill>
            <a:prstDash val="solid"/>
          </a:ln>
        </p:spPr>
      </p:sp>
      <p:sp>
        <p:nvSpPr>
          <p:cNvPr id="19" name="">
            <a:extLst xmlns:a="http://schemas.openxmlformats.org/drawingml/2006/main">
              <a:ext uri="{FF2B5EF4-FFF2-40B4-BE49-F238E27FC236}">
                <a16:creationId xmlns:a16="http://schemas.microsoft.com/office/drawing/2014/main" id="{CBD801D2-876D-4378-9CA6-C00AEA7A7F69}"/>
              </a:ext>
            </a:extLst>
          </p:cNvPr>
          <p:cNvSpPr>
            <a:spLocks xmlns:a="http://schemas.openxmlformats.org/drawingml/2006/main" noGrp="1"/>
          </p:cNvSpPr>
          <p:nvPr/>
        </p:nvSpPr>
        <p:spPr>
          <a:xfrm xmlns:a="http://schemas.openxmlformats.org/drawingml/2006/main">
            <a:off x="12096750" y="4000500"/>
            <a:ext cx="4286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250" b="1">
                <a:solidFill>
                  <a:srgbClr val="2C0509"/>
                </a:solidFill>
                <a:latin typeface="Arial"/>
                <a:ea typeface="Arial"/>
                <a:cs typeface="Arial"/>
              </a:defRPr>
            </a:pPr>
            <a:r>
              <a:rPr sz="2250" b="1">
                <a:solidFill>
                  <a:srgbClr val="2C0509"/>
                </a:solidFill>
                <a:latin typeface="Arial"/>
                <a:ea typeface="Arial"/>
                <a:cs typeface="Arial"/>
              </a:rPr>
              <a:t>Comienza con un borrador avanzado.</a:t>
            </a:r>
          </a:p>
        </p:txBody>
      </p:sp>
      <p:sp>
        <p:nvSpPr>
          <p:cNvPr id="20" name="">
            <a:extLst xmlns:a="http://schemas.openxmlformats.org/drawingml/2006/main">
              <a:ext uri="{FF2B5EF4-FFF2-40B4-BE49-F238E27FC236}">
                <a16:creationId xmlns:a16="http://schemas.microsoft.com/office/drawing/2014/main" id="{FD80CAEF-FC8D-461F-836C-6C62EDEC2B76}"/>
              </a:ext>
            </a:extLst>
          </p:cNvPr>
          <p:cNvSpPr>
            <a:spLocks xmlns:a="http://schemas.openxmlformats.org/drawingml/2006/main" noGrp="1"/>
          </p:cNvSpPr>
          <p:nvPr/>
        </p:nvSpPr>
        <p:spPr>
          <a:xfrm xmlns:a="http://schemas.openxmlformats.org/drawingml/2006/main">
            <a:off x="12096750" y="5095875"/>
            <a:ext cx="4286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875" b="0">
                <a:solidFill>
                  <a:srgbClr val="5D4A4D"/>
                </a:solidFill>
                <a:latin typeface="Arial"/>
                <a:ea typeface="Arial"/>
                <a:cs typeface="Arial"/>
              </a:defRPr>
            </a:pPr>
            <a:r>
              <a:rPr sz="1875" b="0">
                <a:solidFill>
                  <a:srgbClr val="5D4A4D"/>
                </a:solidFill>
                <a:latin typeface="Arial"/>
                <a:ea typeface="Arial"/>
                <a:cs typeface="Arial"/>
              </a:rPr>
              <a:t>Recorrido acotado centrado en contraste y revisión.</a:t>
            </a:r>
          </a:p>
        </p:txBody>
      </p:sp>
      <p:sp>
        <p:nvSpPr>
          <p:cNvPr id="21" name="">
            <a:extLst xmlns:a="http://schemas.openxmlformats.org/drawingml/2006/main">
              <a:ext uri="{FF2B5EF4-FFF2-40B4-BE49-F238E27FC236}">
                <a16:creationId xmlns:a16="http://schemas.microsoft.com/office/drawing/2014/main" id="{11359B07-FFEE-4E74-87C6-15C48A4B5602}"/>
              </a:ext>
            </a:extLst>
          </p:cNvPr>
          <p:cNvSpPr>
            <a:spLocks xmlns:a="http://schemas.openxmlformats.org/drawingml/2006/main" noGrp="1"/>
          </p:cNvSpPr>
          <p:nvPr/>
        </p:nvSpPr>
        <p:spPr>
          <a:xfrm xmlns:a="http://schemas.openxmlformats.org/drawingml/2006/main">
            <a:off x="1238250" y="7000875"/>
            <a:ext cx="15049500" cy="19050"/>
          </a:xfrm>
          <a:prstGeom xmlns:a="http://schemas.openxmlformats.org/drawingml/2006/main" prst="rect">
            <a:avLst/>
          </a:prstGeom>
          <a:solidFill xmlns:a="http://schemas.openxmlformats.org/drawingml/2006/main">
            <a:srgbClr val="E4DAD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B0A9A8F-D1C0-4976-A310-6A362D7798E3}"/>
              </a:ext>
            </a:extLst>
          </p:cNvPr>
          <p:cNvSpPr>
            <a:spLocks xmlns:a="http://schemas.openxmlformats.org/drawingml/2006/main" noGrp="1"/>
          </p:cNvSpPr>
          <p:nvPr/>
        </p:nvSpPr>
        <p:spPr>
          <a:xfrm xmlns:a="http://schemas.openxmlformats.org/drawingml/2006/main">
            <a:off x="1238250" y="7334250"/>
            <a:ext cx="1495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0">
                <a:solidFill>
                  <a:srgbClr val="8D7A7D"/>
                </a:solidFill>
                <a:latin typeface="Courier New"/>
                <a:ea typeface="Courier New"/>
                <a:cs typeface="Courier New"/>
              </a:defRPr>
            </a:pPr>
            <a:r>
              <a:rPr sz="1650" b="0">
                <a:solidFill>
                  <a:srgbClr val="8D7A7D"/>
                </a:solidFill>
                <a:latin typeface="Courier New"/>
                <a:ea typeface="Courier New"/>
                <a:cs typeface="Courier New"/>
              </a:rPr>
              <a:t>Prueba de escritorio en DeepSeek · escenarios simulados · sin participantes reales</a:t>
            </a:r>
          </a:p>
        </p:txBody>
      </p:sp>
    </p:spTree>
    <p:extLst>
      <p:ext uri="{BB962C8B-B14F-4D97-AF65-F5344CB8AC3E}">
        <p14:creationId xmlns:p14="http://schemas.microsoft.com/office/powerpoint/2010/main" val="5908196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66ad8263a464bd0"/>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6142D4-2D65-4614-BE63-3F3A290C133B}"/>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F69E18C-0BC0-4412-867D-9855FEF6F3AD}"/>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03 · RESULTADOS · HALLAZGOS</a:t>
            </a:r>
          </a:p>
        </p:txBody>
      </p:sp>
      <p:sp>
        <p:nvSpPr>
          <p:cNvPr id="4" name="">
            <a:extLst xmlns:a="http://schemas.openxmlformats.org/drawingml/2006/main">
              <a:ext uri="{FF2B5EF4-FFF2-40B4-BE49-F238E27FC236}">
                <a16:creationId xmlns:a16="http://schemas.microsoft.com/office/drawing/2014/main" id="{8CF38D58-7752-4966-AA49-D3C373EEA67C}"/>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A445B1E0-A012-4652-901E-E6E70616F5AB}"/>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En los tres escenarios, las reglas mantuvieron su coherencia</a:t>
            </a:r>
          </a:p>
        </p:txBody>
      </p:sp>
      <p:sp>
        <p:nvSpPr>
          <p:cNvPr id="6" name="">
            <a:extLst xmlns:a="http://schemas.openxmlformats.org/drawingml/2006/main">
              <a:ext uri="{FF2B5EF4-FFF2-40B4-BE49-F238E27FC236}">
                <a16:creationId xmlns:a16="http://schemas.microsoft.com/office/drawing/2014/main" id="{6D431B46-E5F4-48C2-82D9-6B69B855857B}"/>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B521EF0A-96EA-4AF5-A42F-665F0C4D221E}"/>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5FF3B7EC-CF3E-423B-B939-71C781516377}"/>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957106FB-B424-45CE-A5B3-5FA94972CC1D}"/>
              </a:ext>
            </a:extLst>
          </p:cNvPr>
          <p:cNvSpPr>
            <a:spLocks xmlns:a="http://schemas.openxmlformats.org/drawingml/2006/main" noGrp="1"/>
          </p:cNvSpPr>
          <p:nvPr/>
        </p:nvSpPr>
        <p:spPr>
          <a:xfrm xmlns:a="http://schemas.openxmlformats.org/drawingml/2006/main">
            <a:off x="1238250" y="3190875"/>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l">
              <a:lnSpc>
                <a:spcPct val="108000"/>
              </a:lnSpc>
              <a:buNone/>
              <a:defRPr sz="4350" b="1">
                <a:solidFill>
                  <a:srgbClr val="460811"/>
                </a:solidFill>
                <a:latin typeface="Arial"/>
                <a:ea typeface="Arial"/>
                <a:cs typeface="Arial"/>
              </a:defRPr>
            </a:pPr>
            <a:r>
              <a:rPr sz="4350" b="1">
                <a:solidFill>
                  <a:srgbClr val="460811"/>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1E4CCDE2-7D17-4590-ACC1-3913BB77DD79}"/>
              </a:ext>
            </a:extLst>
          </p:cNvPr>
          <p:cNvSpPr>
            <a:spLocks xmlns:a="http://schemas.openxmlformats.org/drawingml/2006/main" noGrp="1"/>
          </p:cNvSpPr>
          <p:nvPr/>
        </p:nvSpPr>
        <p:spPr>
          <a:xfrm xmlns:a="http://schemas.openxmlformats.org/drawingml/2006/main">
            <a:off x="3810000" y="320992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2C0509"/>
                </a:solidFill>
                <a:latin typeface="Arial"/>
                <a:ea typeface="Arial"/>
                <a:cs typeface="Arial"/>
              </a:defRPr>
            </a:pPr>
            <a:r>
              <a:rPr sz="2325" b="1">
                <a:solidFill>
                  <a:srgbClr val="2C0509"/>
                </a:solidFill>
                <a:latin typeface="Arial"/>
                <a:ea typeface="Arial"/>
                <a:cs typeface="Arial"/>
              </a:rPr>
              <a:t>Se adaptó al punto de partida</a:t>
            </a:r>
          </a:p>
        </p:txBody>
      </p:sp>
      <p:sp>
        <p:nvSpPr>
          <p:cNvPr id="11" name="">
            <a:extLst xmlns:a="http://schemas.openxmlformats.org/drawingml/2006/main">
              <a:ext uri="{FF2B5EF4-FFF2-40B4-BE49-F238E27FC236}">
                <a16:creationId xmlns:a16="http://schemas.microsoft.com/office/drawing/2014/main" id="{BD67BDF5-82EE-45E2-8469-75EF6E9E49E3}"/>
              </a:ext>
            </a:extLst>
          </p:cNvPr>
          <p:cNvSpPr>
            <a:spLocks xmlns:a="http://schemas.openxmlformats.org/drawingml/2006/main" noGrp="1"/>
          </p:cNvSpPr>
          <p:nvPr/>
        </p:nvSpPr>
        <p:spPr>
          <a:xfrm xmlns:a="http://schemas.openxmlformats.org/drawingml/2006/main">
            <a:off x="3810000" y="3648075"/>
            <a:ext cx="457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75" b="0">
                <a:solidFill>
                  <a:srgbClr val="5D4A4D"/>
                </a:solidFill>
                <a:latin typeface="Arial"/>
                <a:ea typeface="Arial"/>
                <a:cs typeface="Arial"/>
              </a:defRPr>
            </a:pPr>
            <a:r>
              <a:rPr sz="1875" b="0">
                <a:solidFill>
                  <a:srgbClr val="5D4A4D"/>
                </a:solidFill>
                <a:latin typeface="Arial"/>
                <a:ea typeface="Arial"/>
                <a:cs typeface="Arial"/>
              </a:rPr>
              <a:t>La guía no impuso el mismo recorrido a los tres perfiles.</a:t>
            </a:r>
          </a:p>
        </p:txBody>
      </p:sp>
      <p:sp>
        <p:nvSpPr>
          <p:cNvPr id="12" name="">
            <a:extLst xmlns:a="http://schemas.openxmlformats.org/drawingml/2006/main">
              <a:ext uri="{FF2B5EF4-FFF2-40B4-BE49-F238E27FC236}">
                <a16:creationId xmlns:a16="http://schemas.microsoft.com/office/drawing/2014/main" id="{9A5E3316-A78D-45C6-A09C-C0BA230A404B}"/>
              </a:ext>
            </a:extLst>
          </p:cNvPr>
          <p:cNvSpPr>
            <a:spLocks xmlns:a="http://schemas.openxmlformats.org/drawingml/2006/main" noGrp="1"/>
          </p:cNvSpPr>
          <p:nvPr/>
        </p:nvSpPr>
        <p:spPr>
          <a:xfrm xmlns:a="http://schemas.openxmlformats.org/drawingml/2006/main">
            <a:off x="9525000" y="3190875"/>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l">
              <a:lnSpc>
                <a:spcPct val="108000"/>
              </a:lnSpc>
              <a:buNone/>
              <a:defRPr sz="4350" b="1">
                <a:solidFill>
                  <a:srgbClr val="C9101B"/>
                </a:solidFill>
                <a:latin typeface="Arial"/>
                <a:ea typeface="Arial"/>
                <a:cs typeface="Arial"/>
              </a:defRPr>
            </a:pPr>
            <a:r>
              <a:rPr sz="4350" b="1">
                <a:solidFill>
                  <a:srgbClr val="C9101B"/>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33325CB6-C6FE-4A58-BA4C-A7F2485B8E24}"/>
              </a:ext>
            </a:extLst>
          </p:cNvPr>
          <p:cNvSpPr>
            <a:spLocks xmlns:a="http://schemas.openxmlformats.org/drawingml/2006/main" noGrp="1"/>
          </p:cNvSpPr>
          <p:nvPr/>
        </p:nvSpPr>
        <p:spPr>
          <a:xfrm xmlns:a="http://schemas.openxmlformats.org/drawingml/2006/main">
            <a:off x="12096750" y="3209925"/>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2C0509"/>
                </a:solidFill>
                <a:latin typeface="Arial"/>
                <a:ea typeface="Arial"/>
                <a:cs typeface="Arial"/>
              </a:defRPr>
            </a:pPr>
            <a:r>
              <a:rPr sz="2325" b="1">
                <a:solidFill>
                  <a:srgbClr val="2C0509"/>
                </a:solidFill>
                <a:latin typeface="Arial"/>
                <a:ea typeface="Arial"/>
                <a:cs typeface="Arial"/>
              </a:rPr>
              <a:t>Mantuvo la no sustitución</a:t>
            </a:r>
          </a:p>
        </p:txBody>
      </p:sp>
      <p:sp>
        <p:nvSpPr>
          <p:cNvPr id="14" name="">
            <a:extLst xmlns:a="http://schemas.openxmlformats.org/drawingml/2006/main">
              <a:ext uri="{FF2B5EF4-FFF2-40B4-BE49-F238E27FC236}">
                <a16:creationId xmlns:a16="http://schemas.microsoft.com/office/drawing/2014/main" id="{C9A01A11-4FF3-4D0D-9C73-44B7636060E2}"/>
              </a:ext>
            </a:extLst>
          </p:cNvPr>
          <p:cNvSpPr>
            <a:spLocks xmlns:a="http://schemas.openxmlformats.org/drawingml/2006/main" noGrp="1"/>
          </p:cNvSpPr>
          <p:nvPr/>
        </p:nvSpPr>
        <p:spPr>
          <a:xfrm xmlns:a="http://schemas.openxmlformats.org/drawingml/2006/main">
            <a:off x="12096750" y="3648075"/>
            <a:ext cx="4191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75" b="0">
                <a:solidFill>
                  <a:srgbClr val="5D4A4D"/>
                </a:solidFill>
                <a:latin typeface="Arial"/>
                <a:ea typeface="Arial"/>
                <a:cs typeface="Arial"/>
              </a:defRPr>
            </a:pPr>
            <a:r>
              <a:rPr sz="1875" b="0">
                <a:solidFill>
                  <a:srgbClr val="5D4A4D"/>
                </a:solidFill>
                <a:latin typeface="Arial"/>
                <a:ea typeface="Arial"/>
                <a:cs typeface="Arial"/>
              </a:rPr>
              <a:t>No redactó ni calificó el texto; preguntó ante dudas o contradicciones.</a:t>
            </a:r>
          </a:p>
        </p:txBody>
      </p:sp>
      <p:sp>
        <p:nvSpPr>
          <p:cNvPr id="15" name="">
            <a:extLst xmlns:a="http://schemas.openxmlformats.org/drawingml/2006/main">
              <a:ext uri="{FF2B5EF4-FFF2-40B4-BE49-F238E27FC236}">
                <a16:creationId xmlns:a16="http://schemas.microsoft.com/office/drawing/2014/main" id="{5F387067-1266-4D90-B3FE-D5491244E764}"/>
              </a:ext>
            </a:extLst>
          </p:cNvPr>
          <p:cNvSpPr>
            <a:spLocks xmlns:a="http://schemas.openxmlformats.org/drawingml/2006/main" noGrp="1"/>
          </p:cNvSpPr>
          <p:nvPr/>
        </p:nvSpPr>
        <p:spPr>
          <a:xfrm xmlns:a="http://schemas.openxmlformats.org/drawingml/2006/main">
            <a:off x="1238250" y="5953125"/>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l">
              <a:lnSpc>
                <a:spcPct val="108000"/>
              </a:lnSpc>
              <a:buNone/>
              <a:defRPr sz="4350" b="1">
                <a:solidFill>
                  <a:srgbClr val="9A7200"/>
                </a:solidFill>
                <a:latin typeface="Arial"/>
                <a:ea typeface="Arial"/>
                <a:cs typeface="Arial"/>
              </a:defRPr>
            </a:pPr>
            <a:r>
              <a:rPr sz="4350" b="1">
                <a:solidFill>
                  <a:srgbClr val="9A7200"/>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9963CD6D-4685-4E00-BFDF-E9FBEC68F6A1}"/>
              </a:ext>
            </a:extLst>
          </p:cNvPr>
          <p:cNvSpPr>
            <a:spLocks xmlns:a="http://schemas.openxmlformats.org/drawingml/2006/main" noGrp="1"/>
          </p:cNvSpPr>
          <p:nvPr/>
        </p:nvSpPr>
        <p:spPr>
          <a:xfrm xmlns:a="http://schemas.openxmlformats.org/drawingml/2006/main">
            <a:off x="3810000" y="597217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2C0509"/>
                </a:solidFill>
                <a:latin typeface="Arial"/>
                <a:ea typeface="Arial"/>
                <a:cs typeface="Arial"/>
              </a:defRPr>
            </a:pPr>
            <a:r>
              <a:rPr sz="2325" b="1">
                <a:solidFill>
                  <a:srgbClr val="2C0509"/>
                </a:solidFill>
                <a:latin typeface="Arial"/>
                <a:ea typeface="Arial"/>
                <a:cs typeface="Arial"/>
              </a:rPr>
              <a:t>Respetó el cierre</a:t>
            </a:r>
          </a:p>
        </p:txBody>
      </p:sp>
      <p:sp>
        <p:nvSpPr>
          <p:cNvPr id="17" name="">
            <a:extLst xmlns:a="http://schemas.openxmlformats.org/drawingml/2006/main">
              <a:ext uri="{FF2B5EF4-FFF2-40B4-BE49-F238E27FC236}">
                <a16:creationId xmlns:a16="http://schemas.microsoft.com/office/drawing/2014/main" id="{E4BBDD2E-0E54-4C9C-BCA8-CE100464FFA7}"/>
              </a:ext>
            </a:extLst>
          </p:cNvPr>
          <p:cNvSpPr>
            <a:spLocks xmlns:a="http://schemas.openxmlformats.org/drawingml/2006/main" noGrp="1"/>
          </p:cNvSpPr>
          <p:nvPr/>
        </p:nvSpPr>
        <p:spPr>
          <a:xfrm xmlns:a="http://schemas.openxmlformats.org/drawingml/2006/main">
            <a:off x="3810000" y="6410325"/>
            <a:ext cx="457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75" b="0">
                <a:solidFill>
                  <a:srgbClr val="5D4A4D"/>
                </a:solidFill>
                <a:latin typeface="Arial"/>
                <a:ea typeface="Arial"/>
                <a:cs typeface="Arial"/>
              </a:defRPr>
            </a:pPr>
            <a:r>
              <a:rPr sz="1875" b="0">
                <a:solidFill>
                  <a:srgbClr val="5D4A4D"/>
                </a:solidFill>
                <a:latin typeface="Arial"/>
                <a:ea typeface="Arial"/>
                <a:cs typeface="Arial"/>
              </a:rPr>
              <a:t>Permitió terminar cuando el escritor consideró suficiente el borrador.</a:t>
            </a:r>
          </a:p>
        </p:txBody>
      </p:sp>
      <p:sp>
        <p:nvSpPr>
          <p:cNvPr id="18" name="">
            <a:extLst xmlns:a="http://schemas.openxmlformats.org/drawingml/2006/main">
              <a:ext uri="{FF2B5EF4-FFF2-40B4-BE49-F238E27FC236}">
                <a16:creationId xmlns:a16="http://schemas.microsoft.com/office/drawing/2014/main" id="{50CBCC2D-96E7-41AD-B7DC-ED3EC210CFC0}"/>
              </a:ext>
            </a:extLst>
          </p:cNvPr>
          <p:cNvSpPr>
            <a:spLocks xmlns:a="http://schemas.openxmlformats.org/drawingml/2006/main" noGrp="1"/>
          </p:cNvSpPr>
          <p:nvPr/>
        </p:nvSpPr>
        <p:spPr>
          <a:xfrm xmlns:a="http://schemas.openxmlformats.org/drawingml/2006/main">
            <a:off x="9525000" y="6219825"/>
            <a:ext cx="647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025" b="1">
                <a:solidFill>
                  <a:srgbClr val="2C0509"/>
                </a:solidFill>
                <a:latin typeface="Arial"/>
                <a:ea typeface="Arial"/>
                <a:cs typeface="Arial"/>
              </a:defRPr>
            </a:pPr>
            <a:r>
              <a:rPr sz="2025" b="1">
                <a:solidFill>
                  <a:srgbClr val="2C0509"/>
                </a:solidFill>
                <a:latin typeface="Arial"/>
                <a:ea typeface="Arial"/>
                <a:cs typeface="Arial"/>
              </a:rPr>
              <a:t>Resultado: consistencia observada en simulaciones; la aplicación real queda pendiente.</a:t>
            </a:r>
          </a:p>
        </p:txBody>
      </p:sp>
    </p:spTree>
    <p:extLst>
      <p:ext uri="{BB962C8B-B14F-4D97-AF65-F5344CB8AC3E}">
        <p14:creationId xmlns:p14="http://schemas.microsoft.com/office/powerpoint/2010/main" val="14263374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5127eb9c6fa41f7"/>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D1CB12E-0FA0-4213-AD39-4FB179A4260B}"/>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F244F73-C102-453F-94EC-6DC34E39F13E}"/>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04 · CONCLUSIONES</a:t>
            </a:r>
          </a:p>
        </p:txBody>
      </p:sp>
      <p:sp>
        <p:nvSpPr>
          <p:cNvPr id="4" name="">
            <a:extLst xmlns:a="http://schemas.openxmlformats.org/drawingml/2006/main">
              <a:ext uri="{FF2B5EF4-FFF2-40B4-BE49-F238E27FC236}">
                <a16:creationId xmlns:a16="http://schemas.microsoft.com/office/drawing/2014/main" id="{F999149C-2DB7-41EB-9205-B5186C44045F}"/>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2627E97A-D32B-4A5D-87A2-BE3496BD9CDE}"/>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La IA no necesita redactar para acompañar la escritura</a:t>
            </a:r>
          </a:p>
        </p:txBody>
      </p:sp>
      <p:sp>
        <p:nvSpPr>
          <p:cNvPr id="6" name="">
            <a:extLst xmlns:a="http://schemas.openxmlformats.org/drawingml/2006/main">
              <a:ext uri="{FF2B5EF4-FFF2-40B4-BE49-F238E27FC236}">
                <a16:creationId xmlns:a16="http://schemas.microsoft.com/office/drawing/2014/main" id="{E7F3C8EA-0986-4F6B-8C74-FA14F2C97221}"/>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78FBDEE7-3C38-45EC-B006-9406F82F4425}"/>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AB5F7AD6-C948-4E00-90A2-C9EEB36A6CF9}"/>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4AB3F387-22AF-4EAF-BE35-15687297DD80}"/>
              </a:ext>
            </a:extLst>
          </p:cNvPr>
          <p:cNvSpPr>
            <a:spLocks xmlns:a="http://schemas.openxmlformats.org/drawingml/2006/main" noGrp="1"/>
          </p:cNvSpPr>
          <p:nvPr/>
        </p:nvSpPr>
        <p:spPr>
          <a:xfrm xmlns:a="http://schemas.openxmlformats.org/drawingml/2006/main">
            <a:off x="1381125" y="3429000"/>
            <a:ext cx="1428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75" b="1">
                <a:solidFill>
                  <a:srgbClr val="460811"/>
                </a:solidFill>
                <a:latin typeface="Arial"/>
                <a:ea typeface="Arial"/>
                <a:cs typeface="Arial"/>
              </a:defRPr>
            </a:pPr>
            <a:r>
              <a:rPr sz="3375" b="1">
                <a:solidFill>
                  <a:srgbClr val="460811"/>
                </a:solidFill>
                <a:latin typeface="Arial"/>
                <a:ea typeface="Arial"/>
                <a:cs typeface="Arial"/>
              </a:rPr>
              <a:t>Puede devolver preguntas basadas en las palabras del autor.</a:t>
            </a:r>
          </a:p>
        </p:txBody>
      </p:sp>
      <p:sp>
        <p:nvSpPr>
          <p:cNvPr id="10" name="">
            <a:extLst xmlns:a="http://schemas.openxmlformats.org/drawingml/2006/main">
              <a:ext uri="{FF2B5EF4-FFF2-40B4-BE49-F238E27FC236}">
                <a16:creationId xmlns:a16="http://schemas.microsoft.com/office/drawing/2014/main" id="{C81C1CAD-4068-4664-9984-F5D0B069AC1A}"/>
              </a:ext>
            </a:extLst>
          </p:cNvPr>
          <p:cNvSpPr>
            <a:spLocks xmlns:a="http://schemas.openxmlformats.org/drawingml/2006/main" noGrp="1"/>
          </p:cNvSpPr>
          <p:nvPr/>
        </p:nvSpPr>
        <p:spPr>
          <a:xfrm xmlns:a="http://schemas.openxmlformats.org/drawingml/2006/main">
            <a:off x="1381125" y="4686300"/>
            <a:ext cx="4619625" cy="0"/>
          </a:xfrm>
          <a:prstGeom xmlns:a="http://schemas.openxmlformats.org/drawingml/2006/main" prst="line">
            <a:avLst/>
          </a:prstGeom>
          <a:noFill xmlns:a="http://schemas.openxmlformats.org/drawingml/2006/main"/>
          <a:ln xmlns:a="http://schemas.openxmlformats.org/drawingml/2006/main" w="57150">
            <a:solidFill>
              <a:srgbClr val="C9101B"/>
            </a:solidFill>
            <a:prstDash val="solid"/>
          </a:ln>
        </p:spPr>
      </p:sp>
      <p:sp>
        <p:nvSpPr>
          <p:cNvPr id="11" name="">
            <a:extLst xmlns:a="http://schemas.openxmlformats.org/drawingml/2006/main">
              <a:ext uri="{FF2B5EF4-FFF2-40B4-BE49-F238E27FC236}">
                <a16:creationId xmlns:a16="http://schemas.microsoft.com/office/drawing/2014/main" id="{1E123658-73E0-41F6-A001-010DBB47D6C2}"/>
              </a:ext>
            </a:extLst>
          </p:cNvPr>
          <p:cNvSpPr>
            <a:spLocks xmlns:a="http://schemas.openxmlformats.org/drawingml/2006/main" noGrp="1"/>
          </p:cNvSpPr>
          <p:nvPr/>
        </p:nvSpPr>
        <p:spPr>
          <a:xfrm xmlns:a="http://schemas.openxmlformats.org/drawingml/2006/main">
            <a:off x="1381125" y="5095875"/>
            <a:ext cx="14097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400" b="0">
                <a:solidFill>
                  <a:srgbClr val="5D4A4D"/>
                </a:solidFill>
                <a:latin typeface="Arial"/>
                <a:ea typeface="Arial"/>
                <a:cs typeface="Arial"/>
              </a:defRPr>
            </a:pPr>
            <a:r>
              <a:rPr sz="2400" b="0">
                <a:solidFill>
                  <a:srgbClr val="5D4A4D"/>
                </a:solidFill>
                <a:latin typeface="Arial"/>
                <a:ea typeface="Arial"/>
                <a:cs typeface="Arial"/>
              </a:rPr>
              <a:t>Con Flower y Hayes, la mediación sigue el proceso de composición. Con Schön, introduce reflexión durante la acción.</a:t>
            </a:r>
          </a:p>
        </p:txBody>
      </p:sp>
      <p:sp>
        <p:nvSpPr>
          <p:cNvPr id="12" name="">
            <a:extLst xmlns:a="http://schemas.openxmlformats.org/drawingml/2006/main">
              <a:ext uri="{FF2B5EF4-FFF2-40B4-BE49-F238E27FC236}">
                <a16:creationId xmlns:a16="http://schemas.microsoft.com/office/drawing/2014/main" id="{32C66772-2B2F-4168-A9EA-77CEBC15B36A}"/>
              </a:ext>
            </a:extLst>
          </p:cNvPr>
          <p:cNvSpPr>
            <a:spLocks xmlns:a="http://schemas.openxmlformats.org/drawingml/2006/main" noGrp="1"/>
          </p:cNvSpPr>
          <p:nvPr/>
        </p:nvSpPr>
        <p:spPr>
          <a:xfrm xmlns:a="http://schemas.openxmlformats.org/drawingml/2006/main">
            <a:off x="1381125" y="7000875"/>
            <a:ext cx="1409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2C0509"/>
                </a:solidFill>
                <a:latin typeface="Arial"/>
                <a:ea typeface="Arial"/>
                <a:cs typeface="Arial"/>
              </a:defRPr>
            </a:pPr>
            <a:r>
              <a:rPr sz="2325" b="1">
                <a:solidFill>
                  <a:srgbClr val="2C0509"/>
                </a:solidFill>
                <a:latin typeface="Arial"/>
                <a:ea typeface="Arial"/>
                <a:cs typeface="Arial"/>
              </a:rPr>
              <a:t>El texto y las decisiones permanecen en manos de quien escribe.</a:t>
            </a:r>
          </a:p>
        </p:txBody>
      </p:sp>
    </p:spTree>
    <p:extLst>
      <p:ext uri="{BB962C8B-B14F-4D97-AF65-F5344CB8AC3E}">
        <p14:creationId xmlns:p14="http://schemas.microsoft.com/office/powerpoint/2010/main" val="9448439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d4ab55910a64e62"/>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FAFC5F-4DC0-4F18-B570-2B92C2F73784}"/>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B241E4-947F-49F9-9839-E0110E5ED02C}"/>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04 · APORTE Y LÍMITES</a:t>
            </a:r>
          </a:p>
        </p:txBody>
      </p:sp>
      <p:sp>
        <p:nvSpPr>
          <p:cNvPr id="4" name="">
            <a:extLst xmlns:a="http://schemas.openxmlformats.org/drawingml/2006/main">
              <a:ext uri="{FF2B5EF4-FFF2-40B4-BE49-F238E27FC236}">
                <a16:creationId xmlns:a16="http://schemas.microsoft.com/office/drawing/2014/main" id="{E075151A-CB6F-4BEC-A136-FA5E5F256060}"/>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835C0C67-D9CD-457C-A8E7-BFCE6346F6AD}"/>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Una propuesta metodológica coherente; una validación todavía pendiente</a:t>
            </a:r>
          </a:p>
        </p:txBody>
      </p:sp>
      <p:sp>
        <p:nvSpPr>
          <p:cNvPr id="6" name="">
            <a:extLst xmlns:a="http://schemas.openxmlformats.org/drawingml/2006/main">
              <a:ext uri="{FF2B5EF4-FFF2-40B4-BE49-F238E27FC236}">
                <a16:creationId xmlns:a16="http://schemas.microsoft.com/office/drawing/2014/main" id="{6D01630B-2706-45BC-B4B6-FADC8A3B9D51}"/>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E2F1E90C-A886-436B-B871-610177934B9C}"/>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7551BFB6-AB3D-419F-9AC1-2143D454C5A1}"/>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BFC54389-519A-4107-8BAA-E9274921E540}"/>
              </a:ext>
            </a:extLst>
          </p:cNvPr>
          <p:cNvSpPr>
            <a:spLocks xmlns:a="http://schemas.openxmlformats.org/drawingml/2006/main" noGrp="1"/>
          </p:cNvSpPr>
          <p:nvPr/>
        </p:nvSpPr>
        <p:spPr>
          <a:xfrm xmlns:a="http://schemas.openxmlformats.org/drawingml/2006/main">
            <a:off x="1238250" y="3143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60811"/>
                </a:solidFill>
                <a:latin typeface="Courier New"/>
                <a:ea typeface="Courier New"/>
                <a:cs typeface="Courier New"/>
              </a:defRPr>
            </a:pPr>
            <a:r>
              <a:rPr sz="1575" b="1">
                <a:solidFill>
                  <a:srgbClr val="460811"/>
                </a:solidFill>
                <a:latin typeface="Courier New"/>
                <a:ea typeface="Courier New"/>
                <a:cs typeface="Courier New"/>
              </a:rPr>
              <a:t>APORTE</a:t>
            </a:r>
          </a:p>
        </p:txBody>
      </p:sp>
      <p:sp>
        <p:nvSpPr>
          <p:cNvPr id="10" name="">
            <a:extLst xmlns:a="http://schemas.openxmlformats.org/drawingml/2006/main">
              <a:ext uri="{FF2B5EF4-FFF2-40B4-BE49-F238E27FC236}">
                <a16:creationId xmlns:a16="http://schemas.microsoft.com/office/drawing/2014/main" id="{F72A0AD9-B95D-4E24-B4B2-F2870D64720F}"/>
              </a:ext>
            </a:extLst>
          </p:cNvPr>
          <p:cNvSpPr>
            <a:spLocks xmlns:a="http://schemas.openxmlformats.org/drawingml/2006/main" noGrp="1"/>
          </p:cNvSpPr>
          <p:nvPr/>
        </p:nvSpPr>
        <p:spPr>
          <a:xfrm xmlns:a="http://schemas.openxmlformats.org/drawingml/2006/main">
            <a:off x="1238250" y="3667125"/>
            <a:ext cx="6667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550" b="1">
                <a:solidFill>
                  <a:srgbClr val="2C0509"/>
                </a:solidFill>
                <a:latin typeface="Arial"/>
                <a:ea typeface="Arial"/>
                <a:cs typeface="Arial"/>
              </a:defRPr>
            </a:pPr>
            <a:r>
              <a:rPr sz="2550" b="1">
                <a:solidFill>
                  <a:srgbClr val="2C0509"/>
                </a:solidFill>
                <a:latin typeface="Arial"/>
                <a:ea typeface="Arial"/>
                <a:cs typeface="Arial"/>
              </a:rPr>
              <a:t>Modelo con reglas claras para diseñar asistentes que acompañen la escritura reflexiva.</a:t>
            </a:r>
          </a:p>
        </p:txBody>
      </p:sp>
      <p:sp>
        <p:nvSpPr>
          <p:cNvPr id="11" name="">
            <a:extLst xmlns:a="http://schemas.openxmlformats.org/drawingml/2006/main">
              <a:ext uri="{FF2B5EF4-FFF2-40B4-BE49-F238E27FC236}">
                <a16:creationId xmlns:a16="http://schemas.microsoft.com/office/drawing/2014/main" id="{DC816491-52A6-4B2F-A759-DDE0080C83B3}"/>
              </a:ext>
            </a:extLst>
          </p:cNvPr>
          <p:cNvSpPr>
            <a:spLocks xmlns:a="http://schemas.openxmlformats.org/drawingml/2006/main" noGrp="1"/>
          </p:cNvSpPr>
          <p:nvPr/>
        </p:nvSpPr>
        <p:spPr>
          <a:xfrm xmlns:a="http://schemas.openxmlformats.org/drawingml/2006/main">
            <a:off x="8810625" y="3048000"/>
            <a:ext cx="0" cy="3810000"/>
          </a:xfrm>
          <a:prstGeom xmlns:a="http://schemas.openxmlformats.org/drawingml/2006/main" prst="line">
            <a:avLst/>
          </a:prstGeom>
          <a:noFill xmlns:a="http://schemas.openxmlformats.org/drawingml/2006/main"/>
          <a:ln xmlns:a="http://schemas.openxmlformats.org/drawingml/2006/main" w="19050">
            <a:solidFill>
              <a:srgbClr val="E4DADB"/>
            </a:solidFill>
            <a:prstDash val="solid"/>
          </a:ln>
        </p:spPr>
      </p:sp>
      <p:sp>
        <p:nvSpPr>
          <p:cNvPr id="12" name="">
            <a:extLst xmlns:a="http://schemas.openxmlformats.org/drawingml/2006/main">
              <a:ext uri="{FF2B5EF4-FFF2-40B4-BE49-F238E27FC236}">
                <a16:creationId xmlns:a16="http://schemas.microsoft.com/office/drawing/2014/main" id="{29D6D274-AE8B-4A52-8816-C1E0E6D2BF8D}"/>
              </a:ext>
            </a:extLst>
          </p:cNvPr>
          <p:cNvSpPr>
            <a:spLocks xmlns:a="http://schemas.openxmlformats.org/drawingml/2006/main" noGrp="1"/>
          </p:cNvSpPr>
          <p:nvPr/>
        </p:nvSpPr>
        <p:spPr>
          <a:xfrm xmlns:a="http://schemas.openxmlformats.org/drawingml/2006/main">
            <a:off x="9620250" y="3143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C9101B"/>
                </a:solidFill>
                <a:latin typeface="Courier New"/>
                <a:ea typeface="Courier New"/>
                <a:cs typeface="Courier New"/>
              </a:defRPr>
            </a:pPr>
            <a:r>
              <a:rPr sz="1575" b="1">
                <a:solidFill>
                  <a:srgbClr val="C9101B"/>
                </a:solidFill>
                <a:latin typeface="Courier New"/>
                <a:ea typeface="Courier New"/>
                <a:cs typeface="Courier New"/>
              </a:rPr>
              <a:t>LÍMITE</a:t>
            </a:r>
          </a:p>
        </p:txBody>
      </p:sp>
      <p:sp>
        <p:nvSpPr>
          <p:cNvPr id="13" name="">
            <a:extLst xmlns:a="http://schemas.openxmlformats.org/drawingml/2006/main">
              <a:ext uri="{FF2B5EF4-FFF2-40B4-BE49-F238E27FC236}">
                <a16:creationId xmlns:a16="http://schemas.microsoft.com/office/drawing/2014/main" id="{EF527FEC-3AF4-42D4-86D4-53A7CCE068DF}"/>
              </a:ext>
            </a:extLst>
          </p:cNvPr>
          <p:cNvSpPr>
            <a:spLocks xmlns:a="http://schemas.openxmlformats.org/drawingml/2006/main" noGrp="1"/>
          </p:cNvSpPr>
          <p:nvPr/>
        </p:nvSpPr>
        <p:spPr>
          <a:xfrm xmlns:a="http://schemas.openxmlformats.org/drawingml/2006/main">
            <a:off x="9620250" y="3667125"/>
            <a:ext cx="6477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550" b="1">
                <a:solidFill>
                  <a:srgbClr val="2C0509"/>
                </a:solidFill>
                <a:latin typeface="Arial"/>
                <a:ea typeface="Arial"/>
                <a:cs typeface="Arial"/>
              </a:defRPr>
            </a:pPr>
            <a:r>
              <a:rPr sz="2550" b="1">
                <a:solidFill>
                  <a:srgbClr val="2C0509"/>
                </a:solidFill>
                <a:latin typeface="Arial"/>
                <a:ea typeface="Arial"/>
                <a:cs typeface="Arial"/>
              </a:rPr>
              <a:t>Los resultados provienen de escenarios simulados, no de interacciones con escritores reales.</a:t>
            </a:r>
          </a:p>
        </p:txBody>
      </p:sp>
      <p:sp>
        <p:nvSpPr>
          <p:cNvPr id="14" name="">
            <a:extLst xmlns:a="http://schemas.openxmlformats.org/drawingml/2006/main">
              <a:ext uri="{FF2B5EF4-FFF2-40B4-BE49-F238E27FC236}">
                <a16:creationId xmlns:a16="http://schemas.microsoft.com/office/drawing/2014/main" id="{E62973CD-EB18-4293-8C09-69DA26FC1F05}"/>
              </a:ext>
            </a:extLst>
          </p:cNvPr>
          <p:cNvSpPr>
            <a:spLocks xmlns:a="http://schemas.openxmlformats.org/drawingml/2006/main" noGrp="1"/>
          </p:cNvSpPr>
          <p:nvPr/>
        </p:nvSpPr>
        <p:spPr>
          <a:xfrm xmlns:a="http://schemas.openxmlformats.org/drawingml/2006/main">
            <a:off x="1238250" y="6429375"/>
            <a:ext cx="14763750" cy="19050"/>
          </a:xfrm>
          <a:prstGeom xmlns:a="http://schemas.openxmlformats.org/drawingml/2006/main" prst="rect">
            <a:avLst/>
          </a:prstGeom>
          <a:solidFill xmlns:a="http://schemas.openxmlformats.org/drawingml/2006/main">
            <a:srgbClr val="F5C21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A87B58D-00AB-470C-BB4C-0C1E8BDCFBEC}"/>
              </a:ext>
            </a:extLst>
          </p:cNvPr>
          <p:cNvSpPr>
            <a:spLocks xmlns:a="http://schemas.openxmlformats.org/drawingml/2006/main" noGrp="1"/>
          </p:cNvSpPr>
          <p:nvPr/>
        </p:nvSpPr>
        <p:spPr>
          <a:xfrm xmlns:a="http://schemas.openxmlformats.org/drawingml/2006/main">
            <a:off x="1238250" y="6819900"/>
            <a:ext cx="1476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00" b="0">
                <a:solidFill>
                  <a:srgbClr val="5D4A4D"/>
                </a:solidFill>
                <a:latin typeface="Arial"/>
                <a:ea typeface="Arial"/>
                <a:cs typeface="Arial"/>
              </a:defRPr>
            </a:pPr>
            <a:r>
              <a:rPr sz="2100" b="0">
                <a:solidFill>
                  <a:srgbClr val="5D4A4D"/>
                </a:solidFill>
                <a:latin typeface="Arial"/>
                <a:ea typeface="Arial"/>
                <a:cs typeface="Arial"/>
              </a:rPr>
              <a:t>La utilidad pedagógica aún debe comprobarse en experiencias auténticas de redacción.</a:t>
            </a:r>
          </a:p>
        </p:txBody>
      </p:sp>
    </p:spTree>
    <p:extLst>
      <p:ext uri="{BB962C8B-B14F-4D97-AF65-F5344CB8AC3E}">
        <p14:creationId xmlns:p14="http://schemas.microsoft.com/office/powerpoint/2010/main" val="128646534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631a6231fbe4db5"/>
          <a:stretch xmlns:a="http://schemas.openxmlformats.org/drawingml/2006/main"/>
        </p:blipFill>
        <p:spPr>
          <a:xfrm xmlns:a="http://schemas.openxmlformats.org/drawingml/2006/main">
            <a:off x="15851242" y="609600"/>
            <a:ext cx="1387366" cy="628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1C9565-9649-4031-8F97-B20DAEC9D01A}"/>
              </a:ext>
            </a:extLst>
          </p:cNvPr>
          <p:cNvSpPr>
            <a:spLocks xmlns:a="http://schemas.openxmlformats.org/drawingml/2006/main" noGrp="1"/>
          </p:cNvSpPr>
          <p:nvPr/>
        </p:nvSpPr>
        <p:spPr>
          <a:xfrm xmlns:a="http://schemas.openxmlformats.org/drawingml/2006/main">
            <a:off x="1047750" y="704850"/>
            <a:ext cx="57150" cy="4191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E3EFF70-5228-4E35-B34B-0BC188766ACF}"/>
              </a:ext>
            </a:extLst>
          </p:cNvPr>
          <p:cNvSpPr>
            <a:spLocks xmlns:a="http://schemas.openxmlformats.org/drawingml/2006/main" noGrp="1"/>
          </p:cNvSpPr>
          <p:nvPr/>
        </p:nvSpPr>
        <p:spPr>
          <a:xfrm xmlns:a="http://schemas.openxmlformats.org/drawingml/2006/main">
            <a:off x="1314450" y="733425"/>
            <a:ext cx="1333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8D7A7D"/>
                </a:solidFill>
                <a:latin typeface="Courier New"/>
                <a:ea typeface="Courier New"/>
                <a:cs typeface="Courier New"/>
              </a:defRPr>
            </a:pPr>
            <a:r>
              <a:rPr sz="1875" b="1">
                <a:solidFill>
                  <a:srgbClr val="8D7A7D"/>
                </a:solidFill>
                <a:latin typeface="Courier New"/>
                <a:ea typeface="Courier New"/>
                <a:cs typeface="Courier New"/>
              </a:rPr>
              <a:t>04 · TRABAJO FUTURO</a:t>
            </a:r>
          </a:p>
        </p:txBody>
      </p:sp>
      <p:sp>
        <p:nvSpPr>
          <p:cNvPr id="4" name="">
            <a:extLst xmlns:a="http://schemas.openxmlformats.org/drawingml/2006/main">
              <a:ext uri="{FF2B5EF4-FFF2-40B4-BE49-F238E27FC236}">
                <a16:creationId xmlns:a16="http://schemas.microsoft.com/office/drawing/2014/main" id="{7C77FB8B-B00C-445E-83F7-7174D49E1059}"/>
              </a:ext>
            </a:extLst>
          </p:cNvPr>
          <p:cNvSpPr>
            <a:spLocks xmlns:a="http://schemas.openxmlformats.org/drawingml/2006/main" noGrp="1"/>
          </p:cNvSpPr>
          <p:nvPr/>
        </p:nvSpPr>
        <p:spPr>
          <a:xfrm xmlns:a="http://schemas.openxmlformats.org/drawingml/2006/main">
            <a:off x="1047750" y="1447800"/>
            <a:ext cx="16192500" cy="0"/>
          </a:xfrm>
          <a:prstGeom xmlns:a="http://schemas.openxmlformats.org/drawingml/2006/main" prst="line">
            <a:avLst/>
          </a:prstGeom>
          <a:noFill xmlns:a="http://schemas.openxmlformats.org/drawingml/2006/main"/>
          <a:ln xmlns:a="http://schemas.openxmlformats.org/drawingml/2006/main" w="19050">
            <a:solidFill>
              <a:srgbClr val="460811"/>
            </a:solidFill>
            <a:prstDash val="solid"/>
          </a:ln>
        </p:spPr>
      </p:sp>
      <p:sp>
        <p:nvSpPr>
          <p:cNvPr id="5" name="">
            <a:extLst xmlns:a="http://schemas.openxmlformats.org/drawingml/2006/main">
              <a:ext uri="{FF2B5EF4-FFF2-40B4-BE49-F238E27FC236}">
                <a16:creationId xmlns:a16="http://schemas.microsoft.com/office/drawing/2014/main" id="{1E8DB4E8-8167-4EEB-BF7C-EAEEF989F5B7}"/>
              </a:ext>
            </a:extLst>
          </p:cNvPr>
          <p:cNvSpPr>
            <a:spLocks xmlns:a="http://schemas.openxmlformats.org/drawingml/2006/main" noGrp="1"/>
          </p:cNvSpPr>
          <p:nvPr/>
        </p:nvSpPr>
        <p:spPr>
          <a:xfrm xmlns:a="http://schemas.openxmlformats.org/drawingml/2006/main">
            <a:off x="1047750" y="1790700"/>
            <a:ext cx="1619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2C0509"/>
                </a:solidFill>
                <a:latin typeface="Arial"/>
                <a:ea typeface="Arial"/>
                <a:cs typeface="Arial"/>
              </a:defRPr>
            </a:pPr>
            <a:r>
              <a:rPr sz="3300" b="1">
                <a:solidFill>
                  <a:srgbClr val="2C0509"/>
                </a:solidFill>
                <a:latin typeface="Arial"/>
                <a:ea typeface="Arial"/>
                <a:cs typeface="Arial"/>
              </a:rPr>
              <a:t>El siguiente paso es probar el modelo en experiencias reales</a:t>
            </a:r>
          </a:p>
        </p:txBody>
      </p:sp>
      <p:sp>
        <p:nvSpPr>
          <p:cNvPr id="6" name="">
            <a:extLst xmlns:a="http://schemas.openxmlformats.org/drawingml/2006/main">
              <a:ext uri="{FF2B5EF4-FFF2-40B4-BE49-F238E27FC236}">
                <a16:creationId xmlns:a16="http://schemas.microsoft.com/office/drawing/2014/main" id="{C4ADD7EB-6D6A-4E58-AFD1-429E2CB75AD5}"/>
              </a:ext>
            </a:extLst>
          </p:cNvPr>
          <p:cNvSpPr>
            <a:spLocks xmlns:a="http://schemas.openxmlformats.org/drawingml/2006/main" noGrp="1"/>
          </p:cNvSpPr>
          <p:nvPr/>
        </p:nvSpPr>
        <p:spPr>
          <a:xfrm xmlns:a="http://schemas.openxmlformats.org/drawingml/2006/main">
            <a:off x="1047750" y="9258300"/>
            <a:ext cx="161925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7" name="">
            <a:extLst xmlns:a="http://schemas.openxmlformats.org/drawingml/2006/main">
              <a:ext uri="{FF2B5EF4-FFF2-40B4-BE49-F238E27FC236}">
                <a16:creationId xmlns:a16="http://schemas.microsoft.com/office/drawing/2014/main" id="{4D509B18-B54D-4432-AFD7-E5E16BBFFC75}"/>
              </a:ext>
            </a:extLst>
          </p:cNvPr>
          <p:cNvSpPr>
            <a:spLocks xmlns:a="http://schemas.openxmlformats.org/drawingml/2006/main" noGrp="1"/>
          </p:cNvSpPr>
          <p:nvPr/>
        </p:nvSpPr>
        <p:spPr>
          <a:xfrm xmlns:a="http://schemas.openxmlformats.org/drawingml/2006/main">
            <a:off x="1047750" y="94678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8D7A7D"/>
                </a:solidFill>
                <a:latin typeface="Courier New"/>
                <a:ea typeface="Courier New"/>
                <a:cs typeface="Courier New"/>
              </a:defRPr>
            </a:pPr>
            <a:r>
              <a:rPr sz="1425" b="0">
                <a:solidFill>
                  <a:srgbClr val="8D7A7D"/>
                </a:solidFill>
                <a:latin typeface="Courier New"/>
                <a:ea typeface="Courier New"/>
                <a:cs typeface="Courier New"/>
              </a:rPr>
              <a:t>VI CONGRESO · 2026</a:t>
            </a:r>
          </a:p>
        </p:txBody>
      </p:sp>
      <p:sp>
        <p:nvSpPr>
          <p:cNvPr id="8" name="">
            <a:extLst xmlns:a="http://schemas.openxmlformats.org/drawingml/2006/main">
              <a:ext uri="{FF2B5EF4-FFF2-40B4-BE49-F238E27FC236}">
                <a16:creationId xmlns:a16="http://schemas.microsoft.com/office/drawing/2014/main" id="{8CDDF0EE-5BDE-4D5A-835A-972BEFCC0C85}"/>
              </a:ext>
            </a:extLst>
          </p:cNvPr>
          <p:cNvSpPr>
            <a:spLocks xmlns:a="http://schemas.openxmlformats.org/drawingml/2006/main" noGrp="1"/>
          </p:cNvSpPr>
          <p:nvPr/>
        </p:nvSpPr>
        <p:spPr>
          <a:xfrm xmlns:a="http://schemas.openxmlformats.org/drawingml/2006/main">
            <a:off x="14287500" y="94678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425" b="1">
                <a:solidFill>
                  <a:srgbClr val="460811"/>
                </a:solidFill>
                <a:latin typeface="Courier New"/>
                <a:ea typeface="Courier New"/>
                <a:cs typeface="Courier New"/>
              </a:defRPr>
            </a:pPr>
            <a:r>
              <a:rPr sz="1425" b="1">
                <a:solidFill>
                  <a:srgbClr val="460811"/>
                </a:solidFill>
                <a:latin typeface="Courier New"/>
                <a:ea typeface="Courier New"/>
                <a:cs typeface="Courier New"/>
              </a:rPr>
              <a:t>LOHACEMOSXTIC.COM</a:t>
            </a:r>
          </a:p>
        </p:txBody>
      </p:sp>
      <p:sp>
        <p:nvSpPr>
          <p:cNvPr id="9" name="">
            <a:extLst xmlns:a="http://schemas.openxmlformats.org/drawingml/2006/main">
              <a:ext uri="{FF2B5EF4-FFF2-40B4-BE49-F238E27FC236}">
                <a16:creationId xmlns:a16="http://schemas.microsoft.com/office/drawing/2014/main" id="{71ABECFD-1B40-48A4-851A-D0EAC041C0A7}"/>
              </a:ext>
            </a:extLst>
          </p:cNvPr>
          <p:cNvSpPr>
            <a:spLocks xmlns:a="http://schemas.openxmlformats.org/drawingml/2006/main" noGrp="1"/>
          </p:cNvSpPr>
          <p:nvPr/>
        </p:nvSpPr>
        <p:spPr>
          <a:xfrm xmlns:a="http://schemas.openxmlformats.org/drawingml/2006/main">
            <a:off x="1238250" y="3190875"/>
            <a:ext cx="104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66"/>
          </a:bodyPr>
          <a:lstStyle xmlns:a="http://schemas.openxmlformats.org/drawingml/2006/main"/>
          <a:p xmlns:a="http://schemas.openxmlformats.org/drawingml/2006/main">
            <a:pPr algn="l">
              <a:lnSpc>
                <a:spcPct val="108000"/>
              </a:lnSpc>
              <a:buNone/>
              <a:defRPr sz="3600" b="1">
                <a:solidFill>
                  <a:srgbClr val="460811"/>
                </a:solidFill>
                <a:latin typeface="Arial"/>
                <a:ea typeface="Arial"/>
                <a:cs typeface="Arial"/>
              </a:defRPr>
            </a:pPr>
            <a:r>
              <a:rPr sz="3600" b="1">
                <a:solidFill>
                  <a:srgbClr val="460811"/>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FD6F3326-5F6B-4402-85EA-19D60F2A39D7}"/>
              </a:ext>
            </a:extLst>
          </p:cNvPr>
          <p:cNvSpPr>
            <a:spLocks xmlns:a="http://schemas.openxmlformats.org/drawingml/2006/main" noGrp="1"/>
          </p:cNvSpPr>
          <p:nvPr/>
        </p:nvSpPr>
        <p:spPr>
          <a:xfrm xmlns:a="http://schemas.openxmlformats.org/drawingml/2006/main">
            <a:off x="2667000" y="3219450"/>
            <a:ext cx="4857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a:solidFill>
                  <a:srgbClr val="2C0509"/>
                </a:solidFill>
                <a:latin typeface="Arial"/>
                <a:ea typeface="Arial"/>
                <a:cs typeface="Arial"/>
              </a:defRPr>
            </a:pPr>
            <a:r>
              <a:rPr sz="2250" b="1">
                <a:solidFill>
                  <a:srgbClr val="2C0509"/>
                </a:solidFill>
                <a:latin typeface="Arial"/>
                <a:ea typeface="Arial"/>
                <a:cs typeface="Arial"/>
              </a:rPr>
              <a:t>Consultar especialistas</a:t>
            </a:r>
          </a:p>
        </p:txBody>
      </p:sp>
      <p:sp>
        <p:nvSpPr>
          <p:cNvPr id="11" name="">
            <a:extLst xmlns:a="http://schemas.openxmlformats.org/drawingml/2006/main">
              <a:ext uri="{FF2B5EF4-FFF2-40B4-BE49-F238E27FC236}">
                <a16:creationId xmlns:a16="http://schemas.microsoft.com/office/drawing/2014/main" id="{E06EB9D2-BE1F-4BF8-A22A-F0E56D87C73A}"/>
              </a:ext>
            </a:extLst>
          </p:cNvPr>
          <p:cNvSpPr>
            <a:spLocks xmlns:a="http://schemas.openxmlformats.org/drawingml/2006/main" noGrp="1"/>
          </p:cNvSpPr>
          <p:nvPr/>
        </p:nvSpPr>
        <p:spPr>
          <a:xfrm xmlns:a="http://schemas.openxmlformats.org/drawingml/2006/main">
            <a:off x="7810500" y="321945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950" b="0">
                <a:solidFill>
                  <a:srgbClr val="5D4A4D"/>
                </a:solidFill>
                <a:latin typeface="Arial"/>
                <a:ea typeface="Arial"/>
                <a:cs typeface="Arial"/>
              </a:defRPr>
            </a:pPr>
            <a:r>
              <a:rPr sz="1950" b="0">
                <a:solidFill>
                  <a:srgbClr val="5D4A4D"/>
                </a:solidFill>
                <a:latin typeface="Arial"/>
                <a:ea typeface="Arial"/>
                <a:cs typeface="Arial"/>
              </a:rPr>
              <a:t>Enriquecer y revisar las pautas de mediación.</a:t>
            </a:r>
          </a:p>
        </p:txBody>
      </p:sp>
      <p:sp>
        <p:nvSpPr>
          <p:cNvPr id="12" name="">
            <a:extLst xmlns:a="http://schemas.openxmlformats.org/drawingml/2006/main">
              <a:ext uri="{FF2B5EF4-FFF2-40B4-BE49-F238E27FC236}">
                <a16:creationId xmlns:a16="http://schemas.microsoft.com/office/drawing/2014/main" id="{39576273-5A0E-4981-A603-AAA73E67DF18}"/>
              </a:ext>
            </a:extLst>
          </p:cNvPr>
          <p:cNvSpPr>
            <a:spLocks xmlns:a="http://schemas.openxmlformats.org/drawingml/2006/main" noGrp="1"/>
          </p:cNvSpPr>
          <p:nvPr/>
        </p:nvSpPr>
        <p:spPr>
          <a:xfrm xmlns:a="http://schemas.openxmlformats.org/drawingml/2006/main">
            <a:off x="2667000" y="4105275"/>
            <a:ext cx="133350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13" name="">
            <a:extLst xmlns:a="http://schemas.openxmlformats.org/drawingml/2006/main">
              <a:ext uri="{FF2B5EF4-FFF2-40B4-BE49-F238E27FC236}">
                <a16:creationId xmlns:a16="http://schemas.microsoft.com/office/drawing/2014/main" id="{6773062B-140D-46DB-B9F2-C10B6ECE51E1}"/>
              </a:ext>
            </a:extLst>
          </p:cNvPr>
          <p:cNvSpPr>
            <a:spLocks xmlns:a="http://schemas.openxmlformats.org/drawingml/2006/main" noGrp="1"/>
          </p:cNvSpPr>
          <p:nvPr/>
        </p:nvSpPr>
        <p:spPr>
          <a:xfrm xmlns:a="http://schemas.openxmlformats.org/drawingml/2006/main">
            <a:off x="1238250" y="4667250"/>
            <a:ext cx="104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66"/>
          </a:bodyPr>
          <a:lstStyle xmlns:a="http://schemas.openxmlformats.org/drawingml/2006/main"/>
          <a:p xmlns:a="http://schemas.openxmlformats.org/drawingml/2006/main">
            <a:pPr algn="l">
              <a:lnSpc>
                <a:spcPct val="108000"/>
              </a:lnSpc>
              <a:buNone/>
              <a:defRPr sz="3600" b="1">
                <a:solidFill>
                  <a:srgbClr val="C9101B"/>
                </a:solidFill>
                <a:latin typeface="Arial"/>
                <a:ea typeface="Arial"/>
                <a:cs typeface="Arial"/>
              </a:defRPr>
            </a:pPr>
            <a:r>
              <a:rPr sz="3600" b="1">
                <a:solidFill>
                  <a:srgbClr val="C9101B"/>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8354AEA4-FA0D-43D3-AC15-A933C22503E5}"/>
              </a:ext>
            </a:extLst>
          </p:cNvPr>
          <p:cNvSpPr>
            <a:spLocks xmlns:a="http://schemas.openxmlformats.org/drawingml/2006/main" noGrp="1"/>
          </p:cNvSpPr>
          <p:nvPr/>
        </p:nvSpPr>
        <p:spPr>
          <a:xfrm xmlns:a="http://schemas.openxmlformats.org/drawingml/2006/main">
            <a:off x="2667000" y="4695825"/>
            <a:ext cx="4857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a:solidFill>
                  <a:srgbClr val="2C0509"/>
                </a:solidFill>
                <a:latin typeface="Arial"/>
                <a:ea typeface="Arial"/>
                <a:cs typeface="Arial"/>
              </a:defRPr>
            </a:pPr>
            <a:r>
              <a:rPr sz="2250" b="1">
                <a:solidFill>
                  <a:srgbClr val="2C0509"/>
                </a:solidFill>
                <a:latin typeface="Arial"/>
                <a:ea typeface="Arial"/>
                <a:cs typeface="Arial"/>
              </a:rPr>
              <a:t>Trabajar con escritores reales</a:t>
            </a:r>
          </a:p>
        </p:txBody>
      </p:sp>
      <p:sp>
        <p:nvSpPr>
          <p:cNvPr id="15" name="">
            <a:extLst xmlns:a="http://schemas.openxmlformats.org/drawingml/2006/main">
              <a:ext uri="{FF2B5EF4-FFF2-40B4-BE49-F238E27FC236}">
                <a16:creationId xmlns:a16="http://schemas.microsoft.com/office/drawing/2014/main" id="{A2495371-4748-4444-9228-EC3090E5131D}"/>
              </a:ext>
            </a:extLst>
          </p:cNvPr>
          <p:cNvSpPr>
            <a:spLocks xmlns:a="http://schemas.openxmlformats.org/drawingml/2006/main" noGrp="1"/>
          </p:cNvSpPr>
          <p:nvPr/>
        </p:nvSpPr>
        <p:spPr>
          <a:xfrm xmlns:a="http://schemas.openxmlformats.org/drawingml/2006/main">
            <a:off x="7810500" y="4695825"/>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950" b="0">
                <a:solidFill>
                  <a:srgbClr val="5D4A4D"/>
                </a:solidFill>
                <a:latin typeface="Arial"/>
                <a:ea typeface="Arial"/>
                <a:cs typeface="Arial"/>
              </a:defRPr>
            </a:pPr>
            <a:r>
              <a:rPr sz="1950" b="0">
                <a:solidFill>
                  <a:srgbClr val="5D4A4D"/>
                </a:solidFill>
                <a:latin typeface="Arial"/>
                <a:ea typeface="Arial"/>
                <a:cs typeface="Arial"/>
              </a:rPr>
              <a:t>Observar la guía durante tareas auténticas de redacción.</a:t>
            </a:r>
          </a:p>
        </p:txBody>
      </p:sp>
      <p:sp>
        <p:nvSpPr>
          <p:cNvPr id="16" name="">
            <a:extLst xmlns:a="http://schemas.openxmlformats.org/drawingml/2006/main">
              <a:ext uri="{FF2B5EF4-FFF2-40B4-BE49-F238E27FC236}">
                <a16:creationId xmlns:a16="http://schemas.microsoft.com/office/drawing/2014/main" id="{954D884D-1F18-4003-9F29-D9AC8C4FF3A6}"/>
              </a:ext>
            </a:extLst>
          </p:cNvPr>
          <p:cNvSpPr>
            <a:spLocks xmlns:a="http://schemas.openxmlformats.org/drawingml/2006/main" noGrp="1"/>
          </p:cNvSpPr>
          <p:nvPr/>
        </p:nvSpPr>
        <p:spPr>
          <a:xfrm xmlns:a="http://schemas.openxmlformats.org/drawingml/2006/main">
            <a:off x="2667000" y="5581650"/>
            <a:ext cx="133350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
        <p:nvSpPr>
          <p:cNvPr id="17" name="">
            <a:extLst xmlns:a="http://schemas.openxmlformats.org/drawingml/2006/main">
              <a:ext uri="{FF2B5EF4-FFF2-40B4-BE49-F238E27FC236}">
                <a16:creationId xmlns:a16="http://schemas.microsoft.com/office/drawing/2014/main" id="{EB90E6BF-1C71-497B-A561-BA44A7746187}"/>
              </a:ext>
            </a:extLst>
          </p:cNvPr>
          <p:cNvSpPr>
            <a:spLocks xmlns:a="http://schemas.openxmlformats.org/drawingml/2006/main" noGrp="1"/>
          </p:cNvSpPr>
          <p:nvPr/>
        </p:nvSpPr>
        <p:spPr>
          <a:xfrm xmlns:a="http://schemas.openxmlformats.org/drawingml/2006/main">
            <a:off x="1238250" y="6143625"/>
            <a:ext cx="104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66"/>
          </a:bodyPr>
          <a:lstStyle xmlns:a="http://schemas.openxmlformats.org/drawingml/2006/main"/>
          <a:p xmlns:a="http://schemas.openxmlformats.org/drawingml/2006/main">
            <a:pPr algn="l">
              <a:lnSpc>
                <a:spcPct val="108000"/>
              </a:lnSpc>
              <a:buNone/>
              <a:defRPr sz="3600" b="1">
                <a:solidFill>
                  <a:srgbClr val="9A7200"/>
                </a:solidFill>
                <a:latin typeface="Arial"/>
                <a:ea typeface="Arial"/>
                <a:cs typeface="Arial"/>
              </a:defRPr>
            </a:pPr>
            <a:r>
              <a:rPr sz="3600" b="1">
                <a:solidFill>
                  <a:srgbClr val="9A7200"/>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CD25EC4B-5427-4DAF-B352-0D3E7884B441}"/>
              </a:ext>
            </a:extLst>
          </p:cNvPr>
          <p:cNvSpPr>
            <a:spLocks xmlns:a="http://schemas.openxmlformats.org/drawingml/2006/main" noGrp="1"/>
          </p:cNvSpPr>
          <p:nvPr/>
        </p:nvSpPr>
        <p:spPr>
          <a:xfrm xmlns:a="http://schemas.openxmlformats.org/drawingml/2006/main">
            <a:off x="2667000" y="6172200"/>
            <a:ext cx="4857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a:solidFill>
                  <a:srgbClr val="2C0509"/>
                </a:solidFill>
                <a:latin typeface="Arial"/>
                <a:ea typeface="Arial"/>
                <a:cs typeface="Arial"/>
              </a:defRPr>
            </a:pPr>
            <a:r>
              <a:rPr sz="2250" b="1">
                <a:solidFill>
                  <a:srgbClr val="2C0509"/>
                </a:solidFill>
                <a:latin typeface="Arial"/>
                <a:ea typeface="Arial"/>
                <a:cs typeface="Arial"/>
              </a:rPr>
              <a:t>Contrastar otros entornos</a:t>
            </a:r>
          </a:p>
        </p:txBody>
      </p:sp>
      <p:sp>
        <p:nvSpPr>
          <p:cNvPr id="19" name="">
            <a:extLst xmlns:a="http://schemas.openxmlformats.org/drawingml/2006/main">
              <a:ext uri="{FF2B5EF4-FFF2-40B4-BE49-F238E27FC236}">
                <a16:creationId xmlns:a16="http://schemas.microsoft.com/office/drawing/2014/main" id="{2C46FD1F-C350-44C8-93F8-6154AFDC2327}"/>
              </a:ext>
            </a:extLst>
          </p:cNvPr>
          <p:cNvSpPr>
            <a:spLocks xmlns:a="http://schemas.openxmlformats.org/drawingml/2006/main" noGrp="1"/>
          </p:cNvSpPr>
          <p:nvPr/>
        </p:nvSpPr>
        <p:spPr>
          <a:xfrm xmlns:a="http://schemas.openxmlformats.org/drawingml/2006/main">
            <a:off x="7810500" y="617220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950" b="0">
                <a:solidFill>
                  <a:srgbClr val="5D4A4D"/>
                </a:solidFill>
                <a:latin typeface="Arial"/>
                <a:ea typeface="Arial"/>
                <a:cs typeface="Arial"/>
              </a:defRPr>
            </a:pPr>
            <a:r>
              <a:rPr sz="1950" b="0">
                <a:solidFill>
                  <a:srgbClr val="5D4A4D"/>
                </a:solidFill>
                <a:latin typeface="Arial"/>
                <a:ea typeface="Arial"/>
                <a:cs typeface="Arial"/>
              </a:rPr>
              <a:t>Comprobar qué cambia al usar otros sistemas y procedimientos.</a:t>
            </a:r>
          </a:p>
        </p:txBody>
      </p:sp>
      <p:sp>
        <p:nvSpPr>
          <p:cNvPr id="20" name="">
            <a:extLst xmlns:a="http://schemas.openxmlformats.org/drawingml/2006/main">
              <a:ext uri="{FF2B5EF4-FFF2-40B4-BE49-F238E27FC236}">
                <a16:creationId xmlns:a16="http://schemas.microsoft.com/office/drawing/2014/main" id="{506F7FFB-69B3-45FA-981C-95D7E4F66945}"/>
              </a:ext>
            </a:extLst>
          </p:cNvPr>
          <p:cNvSpPr>
            <a:spLocks xmlns:a="http://schemas.openxmlformats.org/drawingml/2006/main" noGrp="1"/>
          </p:cNvSpPr>
          <p:nvPr/>
        </p:nvSpPr>
        <p:spPr>
          <a:xfrm xmlns:a="http://schemas.openxmlformats.org/drawingml/2006/main">
            <a:off x="2667000" y="7058025"/>
            <a:ext cx="13335000" cy="0"/>
          </a:xfrm>
          <a:prstGeom xmlns:a="http://schemas.openxmlformats.org/drawingml/2006/main" prst="line">
            <a:avLst/>
          </a:prstGeom>
          <a:noFill xmlns:a="http://schemas.openxmlformats.org/drawingml/2006/main"/>
          <a:ln xmlns:a="http://schemas.openxmlformats.org/drawingml/2006/main" w="9525">
            <a:solidFill>
              <a:srgbClr val="E4DADB"/>
            </a:solidFill>
            <a:prstDash val="solid"/>
          </a:ln>
        </p:spPr>
      </p:sp>
    </p:spTree>
    <p:extLst>
      <p:ext uri="{BB962C8B-B14F-4D97-AF65-F5344CB8AC3E}">
        <p14:creationId xmlns:p14="http://schemas.microsoft.com/office/powerpoint/2010/main" val="19204803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0784D94-A064-4991-9A4F-A92DFD5BC9DE}"/>
              </a:ext>
            </a:extLst>
          </p:cNvPr>
          <p:cNvSpPr>
            <a:spLocks xmlns:a="http://schemas.openxmlformats.org/drawingml/2006/main" noGrp="1"/>
          </p:cNvSpPr>
          <p:nvPr/>
        </p:nvSpPr>
        <p:spPr>
          <a:xfrm xmlns:a="http://schemas.openxmlformats.org/drawingml/2006/main">
            <a:off x="0" y="0"/>
            <a:ext cx="114300" cy="10287000"/>
          </a:xfrm>
          <a:prstGeom xmlns:a="http://schemas.openxmlformats.org/drawingml/2006/main" prst="rect">
            <a:avLst/>
          </a:prstGeom>
          <a:solidFill xmlns:a="http://schemas.openxmlformats.org/drawingml/2006/main">
            <a:srgbClr val="C9101B"/>
          </a:solidFill>
          <a:ln xmlns:a="http://schemas.openxmlformats.org/drawingml/2006/main" w="0">
            <a:no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848cc3598c14893"/>
          <a:stretch xmlns:a="http://schemas.openxmlformats.org/drawingml/2006/main"/>
        </p:blipFill>
        <p:spPr>
          <a:xfrm xmlns:a="http://schemas.openxmlformats.org/drawingml/2006/main">
            <a:off x="1047750" y="546571"/>
            <a:ext cx="1476375" cy="66898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084564-BD2C-407A-AB9F-71355C7C21A4}"/>
              </a:ext>
            </a:extLst>
          </p:cNvPr>
          <p:cNvSpPr>
            <a:spLocks xmlns:a="http://schemas.openxmlformats.org/drawingml/2006/main" noGrp="1"/>
          </p:cNvSpPr>
          <p:nvPr/>
        </p:nvSpPr>
        <p:spPr>
          <a:xfrm xmlns:a="http://schemas.openxmlformats.org/drawingml/2006/main">
            <a:off x="13716000" y="64770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800" b="1">
                <a:solidFill>
                  <a:srgbClr val="8D7A7D"/>
                </a:solidFill>
                <a:latin typeface="Courier New"/>
                <a:ea typeface="Courier New"/>
                <a:cs typeface="Courier New"/>
              </a:defRPr>
            </a:pPr>
            <a:r>
              <a:rPr sz="1800" b="1">
                <a:solidFill>
                  <a:srgbClr val="8D7A7D"/>
                </a:solidFill>
                <a:latin typeface="Courier New"/>
                <a:ea typeface="Courier New"/>
                <a:cs typeface="Courier New"/>
              </a:rPr>
              <a:t>GRACIAS</a:t>
            </a:r>
          </a:p>
        </p:txBody>
      </p:sp>
      <p:sp>
        <p:nvSpPr>
          <p:cNvPr id="4" name="">
            <a:extLst xmlns:a="http://schemas.openxmlformats.org/drawingml/2006/main">
              <a:ext uri="{FF2B5EF4-FFF2-40B4-BE49-F238E27FC236}">
                <a16:creationId xmlns:a16="http://schemas.microsoft.com/office/drawing/2014/main" id="{190E0CA7-E13C-46CB-AE0D-3C899F90D19F}"/>
              </a:ext>
            </a:extLst>
          </p:cNvPr>
          <p:cNvSpPr>
            <a:spLocks xmlns:a="http://schemas.openxmlformats.org/drawingml/2006/main" noGrp="1"/>
          </p:cNvSpPr>
          <p:nvPr/>
        </p:nvSpPr>
        <p:spPr>
          <a:xfrm xmlns:a="http://schemas.openxmlformats.org/drawingml/2006/main">
            <a:off x="1047750" y="2428875"/>
            <a:ext cx="12382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400" b="1">
                <a:solidFill>
                  <a:srgbClr val="460811"/>
                </a:solidFill>
                <a:latin typeface="Arial"/>
                <a:ea typeface="Arial"/>
                <a:cs typeface="Arial"/>
              </a:defRPr>
            </a:pPr>
            <a:r>
              <a:rPr sz="5400" b="1">
                <a:solidFill>
                  <a:srgbClr val="460811"/>
                </a:solidFill>
                <a:latin typeface="Arial"/>
                <a:ea typeface="Arial"/>
                <a:cs typeface="Arial"/>
              </a:rPr>
              <a:t>Acompañar sin reemplazar</a:t>
            </a:r>
          </a:p>
        </p:txBody>
      </p:sp>
      <p:sp>
        <p:nvSpPr>
          <p:cNvPr id="5" name="">
            <a:extLst xmlns:a="http://schemas.openxmlformats.org/drawingml/2006/main">
              <a:ext uri="{FF2B5EF4-FFF2-40B4-BE49-F238E27FC236}">
                <a16:creationId xmlns:a16="http://schemas.microsoft.com/office/drawing/2014/main" id="{D70E4D00-94B3-4D64-9AE0-14C4745957BA}"/>
              </a:ext>
            </a:extLst>
          </p:cNvPr>
          <p:cNvSpPr>
            <a:spLocks xmlns:a="http://schemas.openxmlformats.org/drawingml/2006/main" noGrp="1"/>
          </p:cNvSpPr>
          <p:nvPr/>
        </p:nvSpPr>
        <p:spPr>
          <a:xfrm xmlns:a="http://schemas.openxmlformats.org/drawingml/2006/main">
            <a:off x="1047750" y="3667125"/>
            <a:ext cx="11620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0">
                <a:solidFill>
                  <a:srgbClr val="5D4A4D"/>
                </a:solidFill>
                <a:latin typeface="Arial"/>
                <a:ea typeface="Arial"/>
                <a:cs typeface="Arial"/>
              </a:defRPr>
            </a:pPr>
            <a:r>
              <a:rPr sz="2700" b="0">
                <a:solidFill>
                  <a:srgbClr val="5D4A4D"/>
                </a:solidFill>
                <a:latin typeface="Arial"/>
                <a:ea typeface="Arial"/>
                <a:cs typeface="Arial"/>
              </a:rPr>
              <a:t>La IA puede ayudar a pensar el texto sin apropiarse de su escritura.</a:t>
            </a:r>
          </a:p>
        </p:txBody>
      </p:sp>
      <p:sp>
        <p:nvSpPr>
          <p:cNvPr id="6" name="">
            <a:extLst xmlns:a="http://schemas.openxmlformats.org/drawingml/2006/main">
              <a:ext uri="{FF2B5EF4-FFF2-40B4-BE49-F238E27FC236}">
                <a16:creationId xmlns:a16="http://schemas.microsoft.com/office/drawing/2014/main" id="{D707DED5-4DB6-43A6-8738-E310FD7001AE}"/>
              </a:ext>
            </a:extLst>
          </p:cNvPr>
          <p:cNvSpPr>
            <a:spLocks xmlns:a="http://schemas.openxmlformats.org/drawingml/2006/main" noGrp="1"/>
          </p:cNvSpPr>
          <p:nvPr/>
        </p:nvSpPr>
        <p:spPr>
          <a:xfrm xmlns:a="http://schemas.openxmlformats.org/drawingml/2006/main">
            <a:off x="1047750" y="5286375"/>
            <a:ext cx="4000500" cy="628650"/>
          </a:xfrm>
          <a:prstGeom xmlns:a="http://schemas.openxmlformats.org/drawingml/2006/main" prst="rect">
            <a:avLst/>
          </a:prstGeom>
          <a:solidFill xmlns:a="http://schemas.openxmlformats.org/drawingml/2006/main">
            <a:srgbClr val="46081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A7BE8A4-8398-4EF7-84D9-1BDA542D33F2}"/>
              </a:ext>
            </a:extLst>
          </p:cNvPr>
          <p:cNvSpPr>
            <a:spLocks xmlns:a="http://schemas.openxmlformats.org/drawingml/2006/main" noGrp="1"/>
          </p:cNvSpPr>
          <p:nvPr/>
        </p:nvSpPr>
        <p:spPr>
          <a:xfrm xmlns:a="http://schemas.openxmlformats.org/drawingml/2006/main">
            <a:off x="1047750" y="54483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FFFFFF"/>
                </a:solidFill>
                <a:latin typeface="Courier New"/>
                <a:ea typeface="Courier New"/>
                <a:cs typeface="Courier New"/>
              </a:defRPr>
            </a:pPr>
            <a:r>
              <a:rPr sz="1800" b="1">
                <a:solidFill>
                  <a:srgbClr val="FFFFFF"/>
                </a:solidFill>
                <a:latin typeface="Courier New"/>
                <a:ea typeface="Courier New"/>
                <a:cs typeface="Courier New"/>
              </a:rPr>
              <a:t>PREGUNTAS</a:t>
            </a:r>
          </a:p>
        </p:txBody>
      </p:sp>
      <p:sp>
        <p:nvSpPr>
          <p:cNvPr id="8" name="">
            <a:extLst xmlns:a="http://schemas.openxmlformats.org/drawingml/2006/main">
              <a:ext uri="{FF2B5EF4-FFF2-40B4-BE49-F238E27FC236}">
                <a16:creationId xmlns:a16="http://schemas.microsoft.com/office/drawing/2014/main" id="{E57D5A03-6CEE-400E-A404-E97CD033FDD4}"/>
              </a:ext>
            </a:extLst>
          </p:cNvPr>
          <p:cNvSpPr>
            <a:spLocks xmlns:a="http://schemas.openxmlformats.org/drawingml/2006/main" noGrp="1"/>
          </p:cNvSpPr>
          <p:nvPr/>
        </p:nvSpPr>
        <p:spPr>
          <a:xfrm xmlns:a="http://schemas.openxmlformats.org/drawingml/2006/main">
            <a:off x="1047750" y="6191250"/>
            <a:ext cx="1323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2C0509"/>
                </a:solidFill>
                <a:latin typeface="Arial"/>
                <a:ea typeface="Arial"/>
                <a:cs typeface="Arial"/>
              </a:defRPr>
            </a:pPr>
            <a:r>
              <a:rPr sz="1800" b="1">
                <a:solidFill>
                  <a:srgbClr val="2C0509"/>
                </a:solidFill>
                <a:latin typeface="Arial"/>
                <a:ea typeface="Arial"/>
                <a:cs typeface="Arial"/>
              </a:rPr>
              <a:t>Karen Lisbeth Gómez Villamuez · Ángela María Rengifo Samboni · Juan José Caiza Narváez</a:t>
            </a:r>
          </a:p>
        </p:txBody>
      </p:sp>
      <p:sp>
        <p:nvSpPr>
          <p:cNvPr id="9" name="">
            <a:extLst xmlns:a="http://schemas.openxmlformats.org/drawingml/2006/main">
              <a:ext uri="{FF2B5EF4-FFF2-40B4-BE49-F238E27FC236}">
                <a16:creationId xmlns:a16="http://schemas.microsoft.com/office/drawing/2014/main" id="{70B98CC3-FB8C-458C-870E-756F6D16857A}"/>
              </a:ext>
            </a:extLst>
          </p:cNvPr>
          <p:cNvSpPr>
            <a:spLocks xmlns:a="http://schemas.openxmlformats.org/drawingml/2006/main" noGrp="1"/>
          </p:cNvSpPr>
          <p:nvPr/>
        </p:nvSpPr>
        <p:spPr>
          <a:xfrm xmlns:a="http://schemas.openxmlformats.org/drawingml/2006/main">
            <a:off x="1047750" y="6667500"/>
            <a:ext cx="1323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5D4A4D"/>
                </a:solidFill>
                <a:latin typeface="Arial"/>
                <a:ea typeface="Arial"/>
                <a:cs typeface="Arial"/>
              </a:defRPr>
            </a:pPr>
            <a:r>
              <a:rPr sz="1500" b="0">
                <a:solidFill>
                  <a:srgbClr val="5D4A4D"/>
                </a:solidFill>
                <a:latin typeface="Arial"/>
                <a:ea typeface="Arial"/>
                <a:cs typeface="Arial"/>
              </a:rPr>
              <a:t>Institución Universitaria Colegio Mayor del Cauca · Grupo I+D Informática · Semillero BETABIT</a:t>
            </a:r>
          </a:p>
        </p:txBody>
      </p:sp>
      <p:sp>
        <p:nvSpPr>
          <p:cNvPr id="10" name="">
            <a:extLst xmlns:a="http://schemas.openxmlformats.org/drawingml/2006/main">
              <a:ext uri="{FF2B5EF4-FFF2-40B4-BE49-F238E27FC236}">
                <a16:creationId xmlns:a16="http://schemas.microsoft.com/office/drawing/2014/main" id="{BBD37267-2B96-4361-A5D3-12F998E38F1D}"/>
              </a:ext>
            </a:extLst>
          </p:cNvPr>
          <p:cNvSpPr>
            <a:spLocks xmlns:a="http://schemas.openxmlformats.org/drawingml/2006/main" noGrp="1"/>
          </p:cNvSpPr>
          <p:nvPr/>
        </p:nvSpPr>
        <p:spPr>
          <a:xfrm xmlns:a="http://schemas.openxmlformats.org/drawingml/2006/main">
            <a:off x="1047750" y="7191375"/>
            <a:ext cx="1123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2C0509"/>
                </a:solidFill>
                <a:latin typeface="Arial"/>
                <a:ea typeface="Arial"/>
                <a:cs typeface="Arial"/>
              </a:defRPr>
            </a:pPr>
            <a:r>
              <a:rPr sz="1800" b="1">
                <a:solidFill>
                  <a:srgbClr val="2C0509"/>
                </a:solidFill>
                <a:latin typeface="Arial"/>
                <a:ea typeface="Arial"/>
                <a:cs typeface="Arial"/>
              </a:rPr>
              <a:t>VI Congreso Internacional de Investigación Interdisciplinar</a:t>
            </a:r>
          </a:p>
        </p:txBody>
      </p:sp>
      <p:sp>
        <p:nvSpPr>
          <p:cNvPr id="11" name="">
            <a:extLst xmlns:a="http://schemas.openxmlformats.org/drawingml/2006/main">
              <a:ext uri="{FF2B5EF4-FFF2-40B4-BE49-F238E27FC236}">
                <a16:creationId xmlns:a16="http://schemas.microsoft.com/office/drawing/2014/main" id="{4981D09A-6B88-46F9-95AF-1F6E997B0D28}"/>
              </a:ext>
            </a:extLst>
          </p:cNvPr>
          <p:cNvSpPr>
            <a:spLocks xmlns:a="http://schemas.openxmlformats.org/drawingml/2006/main" noGrp="1"/>
          </p:cNvSpPr>
          <p:nvPr/>
        </p:nvSpPr>
        <p:spPr>
          <a:xfrm xmlns:a="http://schemas.openxmlformats.org/drawingml/2006/main">
            <a:off x="1047750" y="7686675"/>
            <a:ext cx="1123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0">
                <a:solidFill>
                  <a:srgbClr val="5D4A4D"/>
                </a:solidFill>
                <a:latin typeface="Arial"/>
                <a:ea typeface="Arial"/>
                <a:cs typeface="Arial"/>
              </a:defRPr>
            </a:pPr>
            <a:r>
              <a:rPr sz="1800" b="0">
                <a:solidFill>
                  <a:srgbClr val="5D4A4D"/>
                </a:solidFill>
                <a:latin typeface="Arial"/>
                <a:ea typeface="Arial"/>
                <a:cs typeface="Arial"/>
              </a:rPr>
              <a:t>Cartagena de Indias · 28–30 de octubre de 2026</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91b5b4d5c154e95"/>
          <a:stretch xmlns:a="http://schemas.openxmlformats.org/drawingml/2006/main"/>
        </p:blipFill>
        <p:spPr>
          <a:xfrm xmlns:a="http://schemas.openxmlformats.org/drawingml/2006/main">
            <a:off x="1047750" y="8798137"/>
            <a:ext cx="1809750" cy="615525"/>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dd45bbcd5b34263"/>
          <a:stretch xmlns:a="http://schemas.openxmlformats.org/drawingml/2006/main"/>
        </p:blipFill>
        <p:spPr>
          <a:xfrm xmlns:a="http://schemas.openxmlformats.org/drawingml/2006/main">
            <a:off x="3190875" y="8857599"/>
            <a:ext cx="1809750" cy="496602"/>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55fbfb8dec74720"/>
          <a:stretch xmlns:a="http://schemas.openxmlformats.org/drawingml/2006/main"/>
        </p:blipFill>
        <p:spPr>
          <a:xfrm xmlns:a="http://schemas.openxmlformats.org/drawingml/2006/main">
            <a:off x="5468779" y="8763000"/>
            <a:ext cx="1540193" cy="685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2F8C415-47F3-402A-BDD9-826BA7E4A71F}"/>
              </a:ext>
            </a:extLst>
          </p:cNvPr>
          <p:cNvSpPr>
            <a:spLocks xmlns:a="http://schemas.openxmlformats.org/drawingml/2006/main" noGrp="1"/>
          </p:cNvSpPr>
          <p:nvPr/>
        </p:nvSpPr>
        <p:spPr>
          <a:xfrm xmlns:a="http://schemas.openxmlformats.org/drawingml/2006/main">
            <a:off x="13906500" y="900112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00" b="1">
                <a:solidFill>
                  <a:srgbClr val="460811"/>
                </a:solidFill>
                <a:latin typeface="Courier New"/>
                <a:ea typeface="Courier New"/>
                <a:cs typeface="Courier New"/>
              </a:defRPr>
            </a:pPr>
            <a:r>
              <a:rPr sz="1500" b="1">
                <a:solidFill>
                  <a:srgbClr val="460811"/>
                </a:solidFill>
                <a:latin typeface="Courier New"/>
                <a:ea typeface="Courier New"/>
                <a:cs typeface="Courier New"/>
              </a:rPr>
              <a:t>LOHACEMOSXTIC.COM</a:t>
            </a:r>
          </a:p>
        </p:txBody>
      </p:sp>
    </p:spTree>
    <p:extLst>
      <p:ext uri="{BB962C8B-B14F-4D97-AF65-F5344CB8AC3E}">
        <p14:creationId xmlns:p14="http://schemas.microsoft.com/office/powerpoint/2010/main" val="126440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2026-09-25T05:41:57.8790000Z</dcterms:created>
  <dcterms:modified xsi:type="dcterms:W3CDTF">2026-09-25T05:41:57.8790000Z</dcterms:modified>
</coreProperties>
</file>